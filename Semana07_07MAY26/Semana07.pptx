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8D8BC0-7CF1-D53D-D1A4-6DDC706C8D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70920D7-8943-DFD9-0735-ABFD5526E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25FEF9-CAF2-B99F-4C6C-D4769D507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7FA75-0C3F-4F09-AA0B-F47E1E9B6856}" type="datetimeFigureOut">
              <a:rPr lang="es-ES" smtClean="0"/>
              <a:t>09/05/2026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A83E65-E7C4-2B41-ACCB-65F2C897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D1C92C6-65BE-C7FC-9764-1A6A44C0C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9C428-4440-49F9-9896-F33098DB267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4857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B96FA7-158E-B79B-3E73-E8DB9E15B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464FC8-6EBC-460D-1DC7-055493E5A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B28BD1-B4D1-727E-DE7C-8486A7F4B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7FA75-0C3F-4F09-AA0B-F47E1E9B6856}" type="datetimeFigureOut">
              <a:rPr lang="es-ES" smtClean="0"/>
              <a:t>09/05/2026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8FE3B9-9675-E3D8-4E09-1E709A6E1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C11444-8E98-2F96-50DE-94F2E3CD3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9C428-4440-49F9-9896-F33098DB267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0806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8BAA20-64E3-3F6D-FC41-0A036C4B7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2A2044B-E6EB-7D57-4F4C-E58DD3DB3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0973F1-10FD-BCDE-FAB8-762C8573C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7FA75-0C3F-4F09-AA0B-F47E1E9B6856}" type="datetimeFigureOut">
              <a:rPr lang="es-ES" smtClean="0"/>
              <a:t>09/05/2026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41B780-6BDF-8603-A2FB-FF1058562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F71D54-B7F0-2A31-4643-B0EE86C9C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9C428-4440-49F9-9896-F33098DB267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43154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B1F2A9-2DF9-983E-58A0-C490EBFEA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C28F0B-788C-B320-52DF-C7D9DFDD63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368E498-384F-20B9-5B0C-ABF105CC75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08DBE9-7533-6D80-9B93-72C1E6820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7FA75-0C3F-4F09-AA0B-F47E1E9B6856}" type="datetimeFigureOut">
              <a:rPr lang="es-ES" smtClean="0"/>
              <a:t>09/05/2026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24BE1D-2B01-37A6-6CF5-54A39D0F7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9787812-822A-20EF-3B26-1C6BDAC8C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9C428-4440-49F9-9896-F33098DB267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3766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4D7A27-D10C-3023-71C8-04B0846B3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CE127E0-F7B0-2838-2BCD-FD5671E8F1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C17D5AB-AC7F-75C0-0B0B-A352B0E150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883EF2D-86AC-46EE-03FF-546EC241F6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1D37FE3-E02E-F85F-03B4-FFB70BCA92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2DD0051-EDEC-9B79-1B7A-59BADFD50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7FA75-0C3F-4F09-AA0B-F47E1E9B6856}" type="datetimeFigureOut">
              <a:rPr lang="es-ES" smtClean="0"/>
              <a:t>09/05/2026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620E027-D0ED-C978-8255-C610AA8C4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2982291-7F79-CECC-1E80-672E0F734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9C428-4440-49F9-9896-F33098DB267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9685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287798-97FC-4EA9-528F-EAF1DB26D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1590D86-7670-6203-F8FD-88B6AA699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7FA75-0C3F-4F09-AA0B-F47E1E9B6856}" type="datetimeFigureOut">
              <a:rPr lang="es-ES" smtClean="0"/>
              <a:t>09/05/2026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8447A28-B016-A8BE-A457-FC8CB2DFB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C608D14-1E49-DFBD-FC7D-10599A97D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9C428-4440-49F9-9896-F33098DB267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4084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8836758-9006-DF61-D84C-958D92EE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7FA75-0C3F-4F09-AA0B-F47E1E9B6856}" type="datetimeFigureOut">
              <a:rPr lang="es-ES" smtClean="0"/>
              <a:t>09/05/2026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7B38E3C-98BD-B630-BDE5-FD8C0E018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9DD6F7D-1A9C-AA48-2743-10763A777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9C428-4440-49F9-9896-F33098DB267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3975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2AEC3F-7901-7587-CEE2-110578280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8FF0EB-E227-B001-6574-E194BA350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2FDEDB0-1474-228B-F3DE-EE8AEEF4AD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C3D20EF-8568-55F5-3E49-571D75AEC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7FA75-0C3F-4F09-AA0B-F47E1E9B6856}" type="datetimeFigureOut">
              <a:rPr lang="es-ES" smtClean="0"/>
              <a:t>09/05/2026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36349D8-0372-4730-09A7-A72EED78D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1649E6A-1EE0-F075-3BF2-5C2A3F6E4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9C428-4440-49F9-9896-F33098DB267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0179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1977EC-84CD-CB56-73B8-AF1C83A20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1FD26A7-8EC1-E8A1-A461-1AE4534352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63627F7-7066-C288-AE39-F84F5D43E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0E4CDA4-0392-806D-9228-B847DCD90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7FA75-0C3F-4F09-AA0B-F47E1E9B6856}" type="datetimeFigureOut">
              <a:rPr lang="es-ES" smtClean="0"/>
              <a:t>09/05/2026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56FB454-F5B1-701B-6302-89D7E8B86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FA14960-58F8-8CAD-4D60-37F9FC5EC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9C428-4440-49F9-9896-F33098DB267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5861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1C69DB-5172-12D8-3B16-251D1BB8B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A2A44F9-716A-45CA-4273-9BB346C90F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0AE545-EB22-A32F-6231-3596E894A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7FA75-0C3F-4F09-AA0B-F47E1E9B6856}" type="datetimeFigureOut">
              <a:rPr lang="es-ES" smtClean="0"/>
              <a:t>09/05/2026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9AE000-76C6-1CDB-8886-24E0B6391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267152-9134-9D91-83AF-9C3228A53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9C428-4440-49F9-9896-F33098DB267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4051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738A744-75BF-2690-2DAF-CE0779B25E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D6FCAA7-4CA0-FCCA-F0FF-1834D82079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E0964F-43BD-B535-A1FE-BD289899C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7FA75-0C3F-4F09-AA0B-F47E1E9B6856}" type="datetimeFigureOut">
              <a:rPr lang="es-ES" smtClean="0"/>
              <a:t>09/05/2026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DDE5AF-9E4C-5B25-8AAE-8542040C4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CB6D05-7170-43E2-E79F-D6E119D77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9C428-4440-49F9-9896-F33098DB267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1897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C16D46C-F70D-36C8-67B4-D5B3C5687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CDDC5F-7477-9A55-ACBF-A4C506F9B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0AFA04-3D59-454E-B58A-54A941416F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57FA75-0C3F-4F09-AA0B-F47E1E9B6856}" type="datetimeFigureOut">
              <a:rPr lang="es-ES" smtClean="0"/>
              <a:t>09/05/2026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127D0C-22C5-C050-18F0-1F241E8CA4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2B90E1-D8F6-01CB-8B63-A649E707EF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39C428-4440-49F9-9896-F33098DB267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4863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1157BDD2-A3A1-0B4A-A924-24DFDEFCD2D2}"/>
              </a:ext>
            </a:extLst>
          </p:cNvPr>
          <p:cNvSpPr txBox="1"/>
          <p:nvPr/>
        </p:nvSpPr>
        <p:spPr>
          <a:xfrm>
            <a:off x="1128075" y="907330"/>
            <a:ext cx="9935850" cy="5043340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s-ES" sz="2400" dirty="0"/>
              <a:t>Diseñar una base de datos, implica pensar en entidades y relaciones de estructuras de datos.</a:t>
            </a:r>
          </a:p>
          <a:p>
            <a:pPr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1607984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1B73B1AC-0FEF-389B-C330-3C948B1AEB4C}"/>
              </a:ext>
            </a:extLst>
          </p:cNvPr>
          <p:cNvSpPr txBox="1"/>
          <p:nvPr/>
        </p:nvSpPr>
        <p:spPr>
          <a:xfrm>
            <a:off x="1970202" y="3244334"/>
            <a:ext cx="1659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PRODUCTO</a:t>
            </a:r>
          </a:p>
        </p:txBody>
      </p:sp>
      <p:sp>
        <p:nvSpPr>
          <p:cNvPr id="4" name="Flecha: a la derecha 3">
            <a:extLst>
              <a:ext uri="{FF2B5EF4-FFF2-40B4-BE49-F238E27FC236}">
                <a16:creationId xmlns:a16="http://schemas.microsoft.com/office/drawing/2014/main" id="{0AB5EDD6-8F80-ED91-6C5E-1282F2A6E8CB}"/>
              </a:ext>
            </a:extLst>
          </p:cNvPr>
          <p:cNvSpPr/>
          <p:nvPr/>
        </p:nvSpPr>
        <p:spPr>
          <a:xfrm>
            <a:off x="4524865" y="2761210"/>
            <a:ext cx="1348033" cy="12631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Datos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B96FD4E-9708-F3AF-8D59-255D1ADDF2AD}"/>
              </a:ext>
            </a:extLst>
          </p:cNvPr>
          <p:cNvSpPr txBox="1"/>
          <p:nvPr/>
        </p:nvSpPr>
        <p:spPr>
          <a:xfrm>
            <a:off x="7456603" y="2194089"/>
            <a:ext cx="2460396" cy="2469821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dirty="0"/>
              <a:t>Nombre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dirty="0"/>
              <a:t>Color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dirty="0"/>
              <a:t>Forma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dirty="0"/>
              <a:t>Precio costo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dirty="0"/>
              <a:t>Precio venta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dirty="0"/>
              <a:t>Stock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CAAA345-68D9-6424-BF1A-C6D9FD39E1DE}"/>
              </a:ext>
            </a:extLst>
          </p:cNvPr>
          <p:cNvSpPr txBox="1"/>
          <p:nvPr/>
        </p:nvSpPr>
        <p:spPr>
          <a:xfrm>
            <a:off x="1734532" y="641023"/>
            <a:ext cx="8182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Según el contexto de identifican las entidades y sus atributos.</a:t>
            </a:r>
          </a:p>
          <a:p>
            <a:pPr algn="ctr"/>
            <a:r>
              <a:rPr lang="es-ES" dirty="0"/>
              <a:t>En el contexto de base de datos se denominan tablas y columnas.</a:t>
            </a:r>
          </a:p>
        </p:txBody>
      </p:sp>
    </p:spTree>
    <p:extLst>
      <p:ext uri="{BB962C8B-B14F-4D97-AF65-F5344CB8AC3E}">
        <p14:creationId xmlns:p14="http://schemas.microsoft.com/office/powerpoint/2010/main" val="3307391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AA5D638-DE2B-B0EA-D71B-227BB7D8A814}"/>
              </a:ext>
            </a:extLst>
          </p:cNvPr>
          <p:cNvSpPr txBox="1"/>
          <p:nvPr/>
        </p:nvSpPr>
        <p:spPr>
          <a:xfrm>
            <a:off x="838986" y="461913"/>
            <a:ext cx="109162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rgbClr val="C00000"/>
                </a:solidFill>
              </a:rPr>
              <a:t>Registrar una venta </a:t>
            </a:r>
            <a:r>
              <a:rPr lang="es-ES" sz="2400" b="1" dirty="0">
                <a:solidFill>
                  <a:schemeClr val="accent1">
                    <a:lumMod val="75000"/>
                  </a:schemeClr>
                </a:solidFill>
              </a:rPr>
              <a:t>de una librería universitaria</a:t>
            </a:r>
          </a:p>
          <a:p>
            <a:pPr algn="ctr"/>
            <a:r>
              <a:rPr lang="es-ES" b="1" dirty="0">
                <a:solidFill>
                  <a:schemeClr val="tx2">
                    <a:lumMod val="75000"/>
                  </a:schemeClr>
                </a:solidFill>
              </a:rPr>
              <a:t>(Se encuentra dentro de la universidad)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39AFC3A-020B-FF95-EF0A-F26AA0B7F2E9}"/>
              </a:ext>
            </a:extLst>
          </p:cNvPr>
          <p:cNvSpPr txBox="1"/>
          <p:nvPr/>
        </p:nvSpPr>
        <p:spPr>
          <a:xfrm>
            <a:off x="527903" y="1885361"/>
            <a:ext cx="2573516" cy="426091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spcBef>
                <a:spcPts val="600"/>
              </a:spcBef>
            </a:pPr>
            <a:r>
              <a:rPr lang="es-ES" b="1" dirty="0"/>
              <a:t>ENTIDADES</a:t>
            </a:r>
          </a:p>
          <a:p>
            <a:pPr marL="631825" lvl="1" indent="-273050" defTabSz="631825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s-ES" dirty="0"/>
              <a:t>LIBRO</a:t>
            </a:r>
          </a:p>
          <a:p>
            <a:pPr marL="631825" lvl="1" indent="-273050" defTabSz="631825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s-ES" dirty="0"/>
              <a:t>EMPLEADO</a:t>
            </a:r>
          </a:p>
          <a:p>
            <a:pPr marL="631825" lvl="1" indent="-273050" defTabSz="631825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s-ES" dirty="0"/>
              <a:t>CLIENTE</a:t>
            </a:r>
          </a:p>
          <a:p>
            <a:pPr marL="631825" lvl="1" indent="-273050" defTabSz="631825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s-ES" dirty="0"/>
              <a:t>PRODUCTO</a:t>
            </a:r>
          </a:p>
          <a:p>
            <a:pPr marL="631825" lvl="1" indent="-273050" defTabSz="631825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s-ES" dirty="0"/>
              <a:t>PROVEEDOR</a:t>
            </a:r>
          </a:p>
          <a:p>
            <a:pPr marL="631825" lvl="1" indent="-273050" defTabSz="631825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s-ES" dirty="0"/>
              <a:t>AUTOR</a:t>
            </a:r>
          </a:p>
          <a:p>
            <a:pPr marL="631825" lvl="1" indent="-273050" defTabSz="631825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s-ES" dirty="0"/>
              <a:t>EDITORIAL</a:t>
            </a:r>
          </a:p>
          <a:p>
            <a:pPr marL="631825" lvl="1" indent="-273050" defTabSz="631825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s-ES" dirty="0"/>
              <a:t>CATEGORIA</a:t>
            </a:r>
          </a:p>
          <a:p>
            <a:pPr marL="631825" lvl="1" indent="-273050" defTabSz="631825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s-ES" dirty="0"/>
              <a:t>VENTA</a:t>
            </a:r>
          </a:p>
          <a:p>
            <a:pPr marL="631825" lvl="1" indent="-273050" defTabSz="631825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s-ES" dirty="0"/>
              <a:t>DETALLE VENTA</a:t>
            </a:r>
          </a:p>
          <a:p>
            <a:pPr marL="631825" lvl="1" indent="-273050" defTabSz="631825"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s-ES" dirty="0"/>
          </a:p>
          <a:p>
            <a:pPr marL="631825" lvl="1" indent="-273050" defTabSz="631825"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s-ES" dirty="0"/>
          </a:p>
          <a:p>
            <a:pPr marL="631825" lvl="1" indent="-273050" defTabSz="631825">
              <a:buFont typeface="Wingdings" panose="05000000000000000000" pitchFamily="2" charset="2"/>
              <a:buChar char="§"/>
            </a:pPr>
            <a:endParaRPr lang="es-ES" dirty="0"/>
          </a:p>
          <a:p>
            <a:pPr marL="631825" lvl="1" indent="-273050" defTabSz="631825">
              <a:buFont typeface="Wingdings" panose="05000000000000000000" pitchFamily="2" charset="2"/>
              <a:buChar char="§"/>
            </a:pPr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D3B84F7-4A12-9268-90A2-508E0EE8AD8C}"/>
              </a:ext>
            </a:extLst>
          </p:cNvPr>
          <p:cNvSpPr txBox="1"/>
          <p:nvPr/>
        </p:nvSpPr>
        <p:spPr>
          <a:xfrm>
            <a:off x="3374798" y="1885360"/>
            <a:ext cx="5206739" cy="4260914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s-ES" dirty="0"/>
              <a:t>Para poder identificar las entidades se debe cumplir 3 condiciones:</a:t>
            </a:r>
          </a:p>
          <a:p>
            <a:pPr marL="800100" lvl="1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s-ES" dirty="0"/>
              <a:t>Tener conocimiento del modelamiento de base de datos.</a:t>
            </a:r>
          </a:p>
          <a:p>
            <a:pPr marL="800100" lvl="1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s-ES" dirty="0"/>
              <a:t>Conocer el negocio.</a:t>
            </a:r>
          </a:p>
          <a:p>
            <a:pPr marL="800100" lvl="1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s-ES" dirty="0"/>
              <a:t>Tener experiencia.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C8F9299-54DB-65DB-39E2-9F0036D4FDEB}"/>
              </a:ext>
            </a:extLst>
          </p:cNvPr>
          <p:cNvSpPr txBox="1"/>
          <p:nvPr/>
        </p:nvSpPr>
        <p:spPr>
          <a:xfrm>
            <a:off x="9090583" y="1885360"/>
            <a:ext cx="2828040" cy="4260915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pPr>
              <a:spcBef>
                <a:spcPts val="600"/>
              </a:spcBef>
            </a:pPr>
            <a:r>
              <a:rPr lang="es-ES" b="1" dirty="0"/>
              <a:t>ENTIDADES</a:t>
            </a:r>
          </a:p>
          <a:p>
            <a:pPr marL="631825" lvl="1" indent="-273050" defTabSz="631825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s-ES" strike="sngStrike" dirty="0"/>
              <a:t>LIBRO</a:t>
            </a:r>
          </a:p>
          <a:p>
            <a:pPr marL="631825" lvl="1" indent="-273050" defTabSz="631825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s-ES" dirty="0"/>
              <a:t>EMPLEADO </a:t>
            </a:r>
            <a:r>
              <a:rPr lang="es-ES" dirty="0">
                <a:sym typeface="Wingdings" panose="05000000000000000000" pitchFamily="2" charset="2"/>
              </a:rPr>
              <a:t></a:t>
            </a:r>
            <a:endParaRPr lang="es-ES" dirty="0"/>
          </a:p>
          <a:p>
            <a:pPr marL="631825" lvl="1" indent="-273050" defTabSz="631825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s-ES" dirty="0"/>
              <a:t>CLIENTE </a:t>
            </a:r>
            <a:r>
              <a:rPr lang="es-ES" dirty="0">
                <a:sym typeface="Wingdings" panose="05000000000000000000" pitchFamily="2" charset="2"/>
              </a:rPr>
              <a:t></a:t>
            </a:r>
            <a:endParaRPr lang="es-ES" dirty="0"/>
          </a:p>
          <a:p>
            <a:pPr marL="631825" lvl="1" indent="-273050" defTabSz="631825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s-ES" dirty="0"/>
              <a:t>PRODUCTO </a:t>
            </a:r>
            <a:r>
              <a:rPr lang="es-ES" dirty="0">
                <a:sym typeface="Wingdings" panose="05000000000000000000" pitchFamily="2" charset="2"/>
              </a:rPr>
              <a:t></a:t>
            </a:r>
            <a:endParaRPr lang="es-ES" dirty="0"/>
          </a:p>
          <a:p>
            <a:pPr marL="631825" lvl="1" indent="-273050" defTabSz="631825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s-ES" strike="sngStrike" dirty="0"/>
              <a:t>PROVEEDOR</a:t>
            </a:r>
          </a:p>
          <a:p>
            <a:pPr marL="631825" lvl="1" indent="-273050" defTabSz="631825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s-ES" dirty="0"/>
              <a:t>AUTOR </a:t>
            </a:r>
            <a:r>
              <a:rPr lang="es-ES" dirty="0">
                <a:sym typeface="Wingdings" panose="05000000000000000000" pitchFamily="2" charset="2"/>
              </a:rPr>
              <a:t></a:t>
            </a:r>
            <a:endParaRPr lang="es-ES" dirty="0"/>
          </a:p>
          <a:p>
            <a:pPr marL="631825" lvl="1" indent="-273050" defTabSz="631825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s-ES" dirty="0"/>
              <a:t>EDITORIAL </a:t>
            </a:r>
            <a:r>
              <a:rPr lang="es-ES" dirty="0">
                <a:sym typeface="Wingdings" panose="05000000000000000000" pitchFamily="2" charset="2"/>
              </a:rPr>
              <a:t></a:t>
            </a:r>
            <a:endParaRPr lang="es-ES" dirty="0"/>
          </a:p>
          <a:p>
            <a:pPr marL="631825" lvl="1" indent="-273050" defTabSz="631825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s-ES" dirty="0"/>
              <a:t>CATEGORIA </a:t>
            </a:r>
            <a:r>
              <a:rPr lang="es-ES" dirty="0">
                <a:sym typeface="Wingdings" panose="05000000000000000000" pitchFamily="2" charset="2"/>
              </a:rPr>
              <a:t></a:t>
            </a:r>
          </a:p>
          <a:p>
            <a:pPr marL="631825" lvl="1" indent="-273050" defTabSz="631825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s-ES" dirty="0">
                <a:sym typeface="Wingdings" panose="05000000000000000000" pitchFamily="2" charset="2"/>
              </a:rPr>
              <a:t>TEMA </a:t>
            </a:r>
            <a:endParaRPr lang="es-ES" dirty="0"/>
          </a:p>
          <a:p>
            <a:pPr marL="631825" lvl="1" indent="-273050" defTabSz="631825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s-ES" dirty="0"/>
              <a:t>VENTA </a:t>
            </a:r>
            <a:r>
              <a:rPr lang="es-ES" dirty="0">
                <a:sym typeface="Wingdings" panose="05000000000000000000" pitchFamily="2" charset="2"/>
              </a:rPr>
              <a:t></a:t>
            </a:r>
            <a:endParaRPr lang="es-ES" dirty="0"/>
          </a:p>
          <a:p>
            <a:pPr marL="631825" lvl="1" indent="-273050" defTabSz="631825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s-ES" dirty="0"/>
              <a:t>DETALLE VENTA </a:t>
            </a:r>
            <a:r>
              <a:rPr lang="es-ES" dirty="0">
                <a:sym typeface="Wingdings" panose="05000000000000000000" pitchFamily="2" charset="2"/>
              </a:rPr>
              <a:t></a:t>
            </a:r>
          </a:p>
          <a:p>
            <a:pPr marL="631825" lvl="1" indent="-273050" defTabSz="631825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s-ES" dirty="0"/>
              <a:t>TIPO CLIENTE</a:t>
            </a:r>
          </a:p>
          <a:p>
            <a:pPr marL="631825" lvl="1" indent="-273050" defTabSz="631825"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s-ES" dirty="0"/>
          </a:p>
          <a:p>
            <a:pPr marL="631825" lvl="1" indent="-273050" defTabSz="631825"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s-ES" dirty="0"/>
          </a:p>
          <a:p>
            <a:pPr marL="631825" lvl="1" indent="-273050" defTabSz="631825">
              <a:buFont typeface="Wingdings" panose="05000000000000000000" pitchFamily="2" charset="2"/>
              <a:buChar char="§"/>
            </a:pPr>
            <a:endParaRPr lang="es-ES" dirty="0"/>
          </a:p>
          <a:p>
            <a:pPr marL="631825" lvl="1" indent="-273050" defTabSz="631825">
              <a:buFont typeface="Wingdings" panose="05000000000000000000" pitchFamily="2" charset="2"/>
              <a:buChar char="§"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282824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129</Words>
  <Application>Microsoft Office PowerPoint</Application>
  <PresentationFormat>Panorámica</PresentationFormat>
  <Paragraphs>45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Wingdings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Gustavo Coronel</dc:creator>
  <cp:lastModifiedBy>Gustavo Coronel</cp:lastModifiedBy>
  <cp:revision>4</cp:revision>
  <dcterms:created xsi:type="dcterms:W3CDTF">2026-05-09T21:15:25Z</dcterms:created>
  <dcterms:modified xsi:type="dcterms:W3CDTF">2026-05-09T22:10:47Z</dcterms:modified>
</cp:coreProperties>
</file>