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7" d="100"/>
          <a:sy n="77" d="100"/>
        </p:scale>
        <p:origin x="240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EC8A40-1F16-40C6-9DF4-6662944334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E60B4AB-AB2E-454B-B34F-8F60629D9E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9C770B9-4F5A-4E2E-A21E-B43D59CF2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9DF8-B0D2-410D-BE61-5137DF0C497D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BCE809-2D91-4FEF-9BE2-67689E652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5915D8-7898-4A35-A85E-BC188AEB0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25436-F13B-417C-A354-FE5DD6E2E35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43316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5DC2B6-F0AA-4A69-9209-38179EDEC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AFD74A-E74C-48E1-8621-0D1C0133D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5F4F563-2DC4-42D5-8565-4B5AEE674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9DF8-B0D2-410D-BE61-5137DF0C497D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FDD678-0631-4B19-8942-157A0CC28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DD7F7F8-6E54-46C4-B2C5-328EC4C83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25436-F13B-417C-A354-FE5DD6E2E35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634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B04262-7CF5-496B-909E-24539CDC3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28FBDBF-F5BD-41BB-AAD6-E5D627BFB1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F3F5E0-AE11-4407-9093-107551B4D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9DF8-B0D2-410D-BE61-5137DF0C497D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894796-FD3B-447E-99D9-07D144229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BC4758-7AA9-4D3B-9E26-C279D1A6A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25436-F13B-417C-A354-FE5DD6E2E35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57081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EF3118-56E5-4AEE-8103-D68222F63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9A86F8-5886-48DF-BB91-6A03C847B4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4657FB9-64F4-4265-AC1B-50F49AA715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65C892B-EF09-49CF-BB7A-FE0A91704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9DF8-B0D2-410D-BE61-5137DF0C497D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3677323-7A63-4122-AFA9-2C1294C53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76A3539-C7EB-416A-82FE-18F1C8DD0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25436-F13B-417C-A354-FE5DD6E2E35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2747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9CE521-7EA3-44A2-BD3F-8A3FE286E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A30B8A4-77FC-45FF-85E2-0A36228CDE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3EBDD74-ED08-42E3-BE92-EB8C864FA7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48AB652-FEFE-4725-8000-4F39A7EABA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FACE53D-2726-4C07-AB60-0FC49C2462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7AE7482-3BC9-417E-8AC6-887CF1F52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9DF8-B0D2-410D-BE61-5137DF0C497D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E1142D6-8117-4777-87DD-74DC44297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2341521-F307-41B8-9481-1C90BEEBD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25436-F13B-417C-A354-FE5DD6E2E35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69428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771085-54A2-4A83-9C03-FE2586F40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2D99CAB-D058-4DF3-A846-A79AE75B9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9DF8-B0D2-410D-BE61-5137DF0C497D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D3DA019-28BD-4B9A-88E5-CCE5187F8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67C7F4C-E648-4575-881A-219A13AAF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25436-F13B-417C-A354-FE5DD6E2E35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46749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8456BF6-93D9-44C6-9D51-CF2F65A56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9DF8-B0D2-410D-BE61-5137DF0C497D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6D9F768-A876-48BF-BE8E-172E1F707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CEC31B0-6FD1-46C9-8C33-880EDB7BF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25436-F13B-417C-A354-FE5DD6E2E35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57985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D75F69-14A4-4B40-8CB5-7F9ABC307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2286C8C-8B98-47D6-A92D-F91223454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E9C2CA5-9E26-47DD-A428-03657032B3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F77166F-A279-4A3B-B100-F841AA3F6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9DF8-B0D2-410D-BE61-5137DF0C497D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10DAF45-B766-4A26-9D86-54A400739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7B9E095-5FAE-49D6-95B7-1E1C2CEBB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25436-F13B-417C-A354-FE5DD6E2E35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02832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629C7E-2002-4D81-B4F2-DE0A17151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31A1908-56D2-43D7-9EC3-E77C7927F2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6C8E9FD-A013-442B-BCCB-AD1689F596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B0D010-2493-42A7-95F9-B263EB74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9DF8-B0D2-410D-BE61-5137DF0C497D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0223F2A-A55F-4966-B41C-BD173E777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C4A352-721E-410A-94BA-0EF87940B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25436-F13B-417C-A354-FE5DD6E2E35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16092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515A3B-010E-40F0-95C7-40E9781A2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05E3851-F3E3-49CA-89DB-198A9DF87B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5B6384-9B9D-4A09-A634-F7F734BF9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9DF8-B0D2-410D-BE61-5137DF0C497D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92F064-DF2D-4FED-9288-1BAFE1417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9AE3655-9DAA-4FE4-8BBB-CC3DF1A2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25436-F13B-417C-A354-FE5DD6E2E35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7778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96A90C2-2131-429A-8248-05128975B8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B44F883-80F4-4C02-B9AD-73AE9B20B5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6C62FC4-B599-47F4-87FA-9ECABD79A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9DF8-B0D2-410D-BE61-5137DF0C497D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B0A9576-06E8-492A-B89B-CADC54B44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DDB86B-2355-49F3-9809-EF97F507E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25436-F13B-417C-A354-FE5DD6E2E35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10184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8E7A4BB-C2E2-4D03-A718-67C56C0BC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11E54BA-037F-426A-95D5-A2394C969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E0DF04C-38FA-41D6-BEAC-EB208BADC1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479DF8-B0D2-410D-BE61-5137DF0C497D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225D40-FAE6-482A-B8EB-BF97586152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8C1F73C-ACD1-42C6-BB73-0FEF6A1ED5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D25436-F13B-417C-A354-FE5DD6E2E35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50369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BFF0040E-4244-465E-94E7-8D6B7FC7AE4D}"/>
              </a:ext>
            </a:extLst>
          </p:cNvPr>
          <p:cNvSpPr/>
          <p:nvPr/>
        </p:nvSpPr>
        <p:spPr>
          <a:xfrm>
            <a:off x="0" y="0"/>
            <a:ext cx="12192000" cy="6901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r>
              <a:rPr lang="es-MX" sz="3200" b="1" dirty="0">
                <a:latin typeface="Arial" panose="020B0604020202020204" pitchFamily="34" charset="0"/>
                <a:cs typeface="Arial" panose="020B0604020202020204" pitchFamily="34" charset="0"/>
              </a:rPr>
              <a:t>INGRESO AL SISTEMA</a:t>
            </a:r>
            <a:endParaRPr lang="es-PE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AB3938E-BF97-42E8-9BD3-90BFC96C85F6}"/>
              </a:ext>
            </a:extLst>
          </p:cNvPr>
          <p:cNvSpPr txBox="1"/>
          <p:nvPr/>
        </p:nvSpPr>
        <p:spPr>
          <a:xfrm>
            <a:off x="3960020" y="1990725"/>
            <a:ext cx="29384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Usuario</a:t>
            </a:r>
            <a:endParaRPr lang="es-PE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BDE8564-D6DD-4BE5-8B14-47B2305007B0}"/>
              </a:ext>
            </a:extLst>
          </p:cNvPr>
          <p:cNvSpPr txBox="1"/>
          <p:nvPr/>
        </p:nvSpPr>
        <p:spPr>
          <a:xfrm>
            <a:off x="7029450" y="1990725"/>
            <a:ext cx="3876675" cy="64633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endParaRPr lang="es-PE" sz="36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31AF367-1616-4B80-8151-48696B4A3020}"/>
              </a:ext>
            </a:extLst>
          </p:cNvPr>
          <p:cNvSpPr txBox="1"/>
          <p:nvPr/>
        </p:nvSpPr>
        <p:spPr>
          <a:xfrm>
            <a:off x="3960020" y="3076575"/>
            <a:ext cx="29384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Clave</a:t>
            </a:r>
            <a:endParaRPr lang="es-PE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DEA0BE2-2E87-4043-B620-6C7004D016DB}"/>
              </a:ext>
            </a:extLst>
          </p:cNvPr>
          <p:cNvSpPr txBox="1"/>
          <p:nvPr/>
        </p:nvSpPr>
        <p:spPr>
          <a:xfrm>
            <a:off x="7029450" y="3076575"/>
            <a:ext cx="3876675" cy="64633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endParaRPr lang="es-PE" sz="3600" dirty="0"/>
          </a:p>
        </p:txBody>
      </p:sp>
      <p:pic>
        <p:nvPicPr>
          <p:cNvPr id="1026" name="Picture 2" descr="Usuario (informática) - Wikipedia, la enciclopedia libre">
            <a:extLst>
              <a:ext uri="{FF2B5EF4-FFF2-40B4-BE49-F238E27FC236}">
                <a16:creationId xmlns:a16="http://schemas.microsoft.com/office/drawing/2014/main" id="{B91B2FB6-CFB0-4B14-8A86-C18C05F5DD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1438274"/>
            <a:ext cx="2695575" cy="2695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upo 9">
            <a:extLst>
              <a:ext uri="{FF2B5EF4-FFF2-40B4-BE49-F238E27FC236}">
                <a16:creationId xmlns:a16="http://schemas.microsoft.com/office/drawing/2014/main" id="{B0B076E1-4EE5-4740-B9F4-0630270BF7F3}"/>
              </a:ext>
            </a:extLst>
          </p:cNvPr>
          <p:cNvGrpSpPr/>
          <p:nvPr/>
        </p:nvGrpSpPr>
        <p:grpSpPr>
          <a:xfrm>
            <a:off x="2022871" y="5057775"/>
            <a:ext cx="8146258" cy="1276350"/>
            <a:chOff x="2628899" y="5048250"/>
            <a:chExt cx="8146258" cy="1276350"/>
          </a:xfrm>
        </p:grpSpPr>
        <p:sp>
          <p:nvSpPr>
            <p:cNvPr id="9" name="Rectángulo: esquinas redondeadas 8">
              <a:extLst>
                <a:ext uri="{FF2B5EF4-FFF2-40B4-BE49-F238E27FC236}">
                  <a16:creationId xmlns:a16="http://schemas.microsoft.com/office/drawing/2014/main" id="{F0ADFD40-44B4-4A74-87A1-799FD7BA5C24}"/>
                </a:ext>
              </a:extLst>
            </p:cNvPr>
            <p:cNvSpPr/>
            <p:nvPr/>
          </p:nvSpPr>
          <p:spPr>
            <a:xfrm>
              <a:off x="2628899" y="5048250"/>
              <a:ext cx="3876675" cy="127635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4400" b="1" dirty="0"/>
                <a:t>Ingresar</a:t>
              </a:r>
              <a:endParaRPr lang="es-PE" sz="4400" b="1" dirty="0"/>
            </a:p>
          </p:txBody>
        </p:sp>
        <p:sp>
          <p:nvSpPr>
            <p:cNvPr id="12" name="Rectángulo: esquinas redondeadas 11">
              <a:extLst>
                <a:ext uri="{FF2B5EF4-FFF2-40B4-BE49-F238E27FC236}">
                  <a16:creationId xmlns:a16="http://schemas.microsoft.com/office/drawing/2014/main" id="{231FEC77-5F70-49F0-86BC-F1C50F667B43}"/>
                </a:ext>
              </a:extLst>
            </p:cNvPr>
            <p:cNvSpPr/>
            <p:nvPr/>
          </p:nvSpPr>
          <p:spPr>
            <a:xfrm>
              <a:off x="6898482" y="5048250"/>
              <a:ext cx="3876675" cy="1276350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4400" b="1" dirty="0"/>
                <a:t>Salir</a:t>
              </a:r>
              <a:endParaRPr lang="es-PE" sz="4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74661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BFF0040E-4244-465E-94E7-8D6B7FC7AE4D}"/>
              </a:ext>
            </a:extLst>
          </p:cNvPr>
          <p:cNvSpPr/>
          <p:nvPr/>
        </p:nvSpPr>
        <p:spPr>
          <a:xfrm>
            <a:off x="0" y="0"/>
            <a:ext cx="12192000" cy="6901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r>
              <a:rPr lang="es-MX" sz="3200" b="1" dirty="0">
                <a:latin typeface="Arial" panose="020B0604020202020204" pitchFamily="34" charset="0"/>
                <a:cs typeface="Arial" panose="020B0604020202020204" pitchFamily="34" charset="0"/>
              </a:rPr>
              <a:t>ALQUILER SIN RESERVA                                 (Usuario: pepe)</a:t>
            </a:r>
            <a:endParaRPr lang="es-PE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AB3938E-BF97-42E8-9BD3-90BFC96C85F6}"/>
              </a:ext>
            </a:extLst>
          </p:cNvPr>
          <p:cNvSpPr txBox="1"/>
          <p:nvPr/>
        </p:nvSpPr>
        <p:spPr>
          <a:xfrm>
            <a:off x="517064" y="845824"/>
            <a:ext cx="17597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Cliente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31AF367-1616-4B80-8151-48696B4A3020}"/>
              </a:ext>
            </a:extLst>
          </p:cNvPr>
          <p:cNvSpPr txBox="1"/>
          <p:nvPr/>
        </p:nvSpPr>
        <p:spPr>
          <a:xfrm>
            <a:off x="517064" y="2714066"/>
            <a:ext cx="17597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Duración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F0ADFD40-44B4-4A74-87A1-799FD7BA5C24}"/>
              </a:ext>
            </a:extLst>
          </p:cNvPr>
          <p:cNvSpPr/>
          <p:nvPr/>
        </p:nvSpPr>
        <p:spPr>
          <a:xfrm>
            <a:off x="517063" y="5023570"/>
            <a:ext cx="3060000" cy="12763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400" b="1" dirty="0"/>
              <a:t>Validar</a:t>
            </a:r>
            <a:endParaRPr lang="es-PE" sz="4400" b="1" dirty="0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231FEC77-5F70-49F0-86BC-F1C50F667B43}"/>
              </a:ext>
            </a:extLst>
          </p:cNvPr>
          <p:cNvSpPr/>
          <p:nvPr/>
        </p:nvSpPr>
        <p:spPr>
          <a:xfrm>
            <a:off x="8406783" y="5023570"/>
            <a:ext cx="3060000" cy="127635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400" b="1" dirty="0"/>
              <a:t>Salir</a:t>
            </a:r>
            <a:endParaRPr lang="es-PE" sz="4400" b="1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085BD87-2F55-BA8E-497E-313B35999274}"/>
              </a:ext>
            </a:extLst>
          </p:cNvPr>
          <p:cNvSpPr txBox="1"/>
          <p:nvPr/>
        </p:nvSpPr>
        <p:spPr>
          <a:xfrm>
            <a:off x="517063" y="1470575"/>
            <a:ext cx="22681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Computadora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BDE8564-D6DD-4BE5-8B14-47B2305007B0}"/>
              </a:ext>
            </a:extLst>
          </p:cNvPr>
          <p:cNvSpPr txBox="1"/>
          <p:nvPr/>
        </p:nvSpPr>
        <p:spPr>
          <a:xfrm>
            <a:off x="3016468" y="1476530"/>
            <a:ext cx="8450317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endParaRPr lang="es-PE" sz="2800" dirty="0"/>
          </a:p>
        </p:txBody>
      </p:sp>
      <p:sp>
        <p:nvSpPr>
          <p:cNvPr id="3" name="Flecha: hacia abajo 2">
            <a:extLst>
              <a:ext uri="{FF2B5EF4-FFF2-40B4-BE49-F238E27FC236}">
                <a16:creationId xmlns:a16="http://schemas.microsoft.com/office/drawing/2014/main" id="{355D83BB-0BFC-AB4A-15E7-DCDA92177772}"/>
              </a:ext>
            </a:extLst>
          </p:cNvPr>
          <p:cNvSpPr/>
          <p:nvPr/>
        </p:nvSpPr>
        <p:spPr>
          <a:xfrm>
            <a:off x="10807337" y="1540183"/>
            <a:ext cx="484632" cy="29188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C3DE8DA-18E9-5BAA-561F-80989FD10132}"/>
              </a:ext>
            </a:extLst>
          </p:cNvPr>
          <p:cNvSpPr txBox="1"/>
          <p:nvPr/>
        </p:nvSpPr>
        <p:spPr>
          <a:xfrm>
            <a:off x="3016468" y="844137"/>
            <a:ext cx="8450318" cy="52490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endParaRPr lang="es-PE" sz="3600" dirty="0"/>
          </a:p>
        </p:txBody>
      </p:sp>
      <p:sp>
        <p:nvSpPr>
          <p:cNvPr id="17" name="Flecha: hacia abajo 16">
            <a:extLst>
              <a:ext uri="{FF2B5EF4-FFF2-40B4-BE49-F238E27FC236}">
                <a16:creationId xmlns:a16="http://schemas.microsoft.com/office/drawing/2014/main" id="{F2A1D8DF-7E15-DB50-C1B4-4AF533C402E6}"/>
              </a:ext>
            </a:extLst>
          </p:cNvPr>
          <p:cNvSpPr/>
          <p:nvPr/>
        </p:nvSpPr>
        <p:spPr>
          <a:xfrm>
            <a:off x="10807337" y="975414"/>
            <a:ext cx="484632" cy="23704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EE70A10-E8DB-367C-6159-53F1EFD09A47}"/>
              </a:ext>
            </a:extLst>
          </p:cNvPr>
          <p:cNvSpPr txBox="1"/>
          <p:nvPr/>
        </p:nvSpPr>
        <p:spPr>
          <a:xfrm>
            <a:off x="3016467" y="2694449"/>
            <a:ext cx="8450317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endParaRPr lang="es-PE" sz="2800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29CEDF8E-248F-E8F1-32D5-8FF2C2A209EC}"/>
              </a:ext>
            </a:extLst>
          </p:cNvPr>
          <p:cNvSpPr txBox="1"/>
          <p:nvPr/>
        </p:nvSpPr>
        <p:spPr>
          <a:xfrm>
            <a:off x="517064" y="3888225"/>
            <a:ext cx="2268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Fin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1D4E9A6E-9333-19CA-2BF0-B5D8CECB8F99}"/>
              </a:ext>
            </a:extLst>
          </p:cNvPr>
          <p:cNvSpPr txBox="1"/>
          <p:nvPr/>
        </p:nvSpPr>
        <p:spPr>
          <a:xfrm>
            <a:off x="517064" y="3270368"/>
            <a:ext cx="22681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Inicio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7E1AF49-7DF9-D52F-7853-E470C336B3E7}"/>
              </a:ext>
            </a:extLst>
          </p:cNvPr>
          <p:cNvSpPr txBox="1"/>
          <p:nvPr/>
        </p:nvSpPr>
        <p:spPr>
          <a:xfrm>
            <a:off x="517064" y="2095326"/>
            <a:ext cx="2268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Fecha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74382D1B-1169-22D3-7FAF-D4B0CC07E00D}"/>
              </a:ext>
            </a:extLst>
          </p:cNvPr>
          <p:cNvSpPr txBox="1"/>
          <p:nvPr/>
        </p:nvSpPr>
        <p:spPr>
          <a:xfrm>
            <a:off x="3016468" y="2095326"/>
            <a:ext cx="8450317" cy="5232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s-PE" sz="2800">
                <a:solidFill>
                  <a:schemeClr val="bg1"/>
                </a:solidFill>
              </a:rPr>
              <a:t>03.OCT.2025</a:t>
            </a:r>
            <a:endParaRPr lang="es-PE" sz="2800" dirty="0">
              <a:solidFill>
                <a:schemeClr val="bg1"/>
              </a:solidFill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D7A942E-02CC-DFD8-8BF6-CC7838EC0486}"/>
              </a:ext>
            </a:extLst>
          </p:cNvPr>
          <p:cNvSpPr txBox="1"/>
          <p:nvPr/>
        </p:nvSpPr>
        <p:spPr>
          <a:xfrm>
            <a:off x="3016466" y="3888225"/>
            <a:ext cx="8450317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endParaRPr lang="es-PE" sz="2800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D5BAE537-061A-F622-CBB4-17928CA302A9}"/>
              </a:ext>
            </a:extLst>
          </p:cNvPr>
          <p:cNvSpPr txBox="1"/>
          <p:nvPr/>
        </p:nvSpPr>
        <p:spPr>
          <a:xfrm>
            <a:off x="3016467" y="3297958"/>
            <a:ext cx="8450317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endParaRPr lang="es-PE" sz="2800" dirty="0"/>
          </a:p>
        </p:txBody>
      </p:sp>
      <p:sp>
        <p:nvSpPr>
          <p:cNvPr id="24" name="Rectángulo: esquinas redondeadas 8">
            <a:extLst>
              <a:ext uri="{FF2B5EF4-FFF2-40B4-BE49-F238E27FC236}">
                <a16:creationId xmlns:a16="http://schemas.microsoft.com/office/drawing/2014/main" id="{F0ADFD40-44B4-4A74-87A1-799FD7BA5C24}"/>
              </a:ext>
            </a:extLst>
          </p:cNvPr>
          <p:cNvSpPr/>
          <p:nvPr/>
        </p:nvSpPr>
        <p:spPr>
          <a:xfrm>
            <a:off x="4552007" y="5023570"/>
            <a:ext cx="3060000" cy="12763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400" b="1" dirty="0"/>
              <a:t>Procesar</a:t>
            </a:r>
            <a:endParaRPr lang="es-PE" sz="4400" b="1" dirty="0"/>
          </a:p>
        </p:txBody>
      </p:sp>
    </p:spTree>
    <p:extLst>
      <p:ext uri="{BB962C8B-B14F-4D97-AF65-F5344CB8AC3E}">
        <p14:creationId xmlns:p14="http://schemas.microsoft.com/office/powerpoint/2010/main" val="2876490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39AA86-156D-9623-6BA9-9566C901E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2D2794D9-8C34-A4E2-18A1-F30E101DA76B}"/>
              </a:ext>
            </a:extLst>
          </p:cNvPr>
          <p:cNvSpPr/>
          <p:nvPr/>
        </p:nvSpPr>
        <p:spPr>
          <a:xfrm>
            <a:off x="0" y="0"/>
            <a:ext cx="12192000" cy="6901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r>
              <a:rPr lang="es-MX" sz="2800" b="1" dirty="0">
                <a:latin typeface="Arial" panose="020B0604020202020204" pitchFamily="34" charset="0"/>
                <a:cs typeface="Arial" panose="020B0604020202020204" pitchFamily="34" charset="0"/>
              </a:rPr>
              <a:t>REGISTRAR PLANCHA                               (Usuario: Gustavo Coronel)</a:t>
            </a:r>
            <a:endParaRPr lang="es-PE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FF30A20-E7C1-9704-8081-CB637A87AA02}"/>
              </a:ext>
            </a:extLst>
          </p:cNvPr>
          <p:cNvSpPr txBox="1"/>
          <p:nvPr/>
        </p:nvSpPr>
        <p:spPr>
          <a:xfrm>
            <a:off x="517064" y="1505847"/>
            <a:ext cx="17597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Presidente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EC12B0E-8330-7D60-FBF0-1BFCDA404FBB}"/>
              </a:ext>
            </a:extLst>
          </p:cNvPr>
          <p:cNvSpPr txBox="1"/>
          <p:nvPr/>
        </p:nvSpPr>
        <p:spPr>
          <a:xfrm>
            <a:off x="517063" y="3449245"/>
            <a:ext cx="27921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Fecha registro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D60ABCBE-7F28-C20D-7506-CE9FC7167E87}"/>
              </a:ext>
            </a:extLst>
          </p:cNvPr>
          <p:cNvSpPr/>
          <p:nvPr/>
        </p:nvSpPr>
        <p:spPr>
          <a:xfrm>
            <a:off x="517063" y="5549662"/>
            <a:ext cx="3060000" cy="1044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400" b="1" dirty="0"/>
              <a:t>Validar</a:t>
            </a:r>
            <a:endParaRPr lang="es-PE" sz="4400" b="1" dirty="0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4A5FEDBA-D786-16C2-B697-33696F4BE783}"/>
              </a:ext>
            </a:extLst>
          </p:cNvPr>
          <p:cNvSpPr/>
          <p:nvPr/>
        </p:nvSpPr>
        <p:spPr>
          <a:xfrm>
            <a:off x="8406783" y="5549662"/>
            <a:ext cx="3060000" cy="104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400" b="1" dirty="0"/>
              <a:t>Salir</a:t>
            </a:r>
            <a:endParaRPr lang="es-PE" sz="4400" b="1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B867158-40E6-974C-E6F8-B3E57370E95E}"/>
              </a:ext>
            </a:extLst>
          </p:cNvPr>
          <p:cNvSpPr txBox="1"/>
          <p:nvPr/>
        </p:nvSpPr>
        <p:spPr>
          <a:xfrm>
            <a:off x="517063" y="2205754"/>
            <a:ext cx="2792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Vicepresidente 1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85D9279-2EC7-E69D-159E-634FE5522128}"/>
              </a:ext>
            </a:extLst>
          </p:cNvPr>
          <p:cNvSpPr txBox="1"/>
          <p:nvPr/>
        </p:nvSpPr>
        <p:spPr>
          <a:xfrm>
            <a:off x="3762102" y="2211709"/>
            <a:ext cx="7704683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endParaRPr lang="es-PE" sz="2800" dirty="0">
              <a:solidFill>
                <a:schemeClr val="tx2"/>
              </a:solidFill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95AA008-87E8-62A2-2471-9DAFDD83C516}"/>
              </a:ext>
            </a:extLst>
          </p:cNvPr>
          <p:cNvSpPr txBox="1"/>
          <p:nvPr/>
        </p:nvSpPr>
        <p:spPr>
          <a:xfrm>
            <a:off x="3762102" y="1504160"/>
            <a:ext cx="7704683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s-PE" sz="3600" dirty="0">
                <a:solidFill>
                  <a:schemeClr val="tx2"/>
                </a:solidFill>
              </a:rPr>
              <a:t>Eric Gustavo Coronel Castillo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A0BD29E3-2E39-097B-93FF-7F215FCE4420}"/>
              </a:ext>
            </a:extLst>
          </p:cNvPr>
          <p:cNvSpPr txBox="1"/>
          <p:nvPr/>
        </p:nvSpPr>
        <p:spPr>
          <a:xfrm>
            <a:off x="3759665" y="2828552"/>
            <a:ext cx="7704683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endParaRPr lang="es-PE" sz="2800" dirty="0">
              <a:solidFill>
                <a:schemeClr val="tx2"/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CC553A2F-0AC7-DDC0-E47C-EC6119995B54}"/>
              </a:ext>
            </a:extLst>
          </p:cNvPr>
          <p:cNvSpPr txBox="1"/>
          <p:nvPr/>
        </p:nvSpPr>
        <p:spPr>
          <a:xfrm>
            <a:off x="517064" y="4005547"/>
            <a:ext cx="22681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Estado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39CACB97-CB1D-A1CE-DE98-4CBD2E2CEB42}"/>
              </a:ext>
            </a:extLst>
          </p:cNvPr>
          <p:cNvSpPr txBox="1"/>
          <p:nvPr/>
        </p:nvSpPr>
        <p:spPr>
          <a:xfrm>
            <a:off x="517063" y="2830505"/>
            <a:ext cx="27312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Vicepresidente 2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F89B3EC4-0F43-77EB-6F7A-D6AB990A016A}"/>
              </a:ext>
            </a:extLst>
          </p:cNvPr>
          <p:cNvSpPr txBox="1"/>
          <p:nvPr/>
        </p:nvSpPr>
        <p:spPr>
          <a:xfrm>
            <a:off x="3759664" y="3449245"/>
            <a:ext cx="7704683" cy="52322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s-PE" sz="2800" dirty="0">
                <a:solidFill>
                  <a:schemeClr val="bg1"/>
                </a:solidFill>
              </a:rPr>
              <a:t>10.ABR.2026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7E1C5E15-574B-6D4B-8559-D77F094F7D96}"/>
              </a:ext>
            </a:extLst>
          </p:cNvPr>
          <p:cNvSpPr txBox="1"/>
          <p:nvPr/>
        </p:nvSpPr>
        <p:spPr>
          <a:xfrm>
            <a:off x="3762101" y="4033137"/>
            <a:ext cx="7704683" cy="52322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s-PE" sz="2800" dirty="0">
                <a:solidFill>
                  <a:schemeClr val="bg1"/>
                </a:solidFill>
              </a:rPr>
              <a:t>Registro</a:t>
            </a:r>
          </a:p>
        </p:txBody>
      </p:sp>
      <p:sp>
        <p:nvSpPr>
          <p:cNvPr id="24" name="Rectángulo: esquinas redondeadas 8">
            <a:extLst>
              <a:ext uri="{FF2B5EF4-FFF2-40B4-BE49-F238E27FC236}">
                <a16:creationId xmlns:a16="http://schemas.microsoft.com/office/drawing/2014/main" id="{DC61C44B-641C-89B7-B095-5667B9C1A591}"/>
              </a:ext>
            </a:extLst>
          </p:cNvPr>
          <p:cNvSpPr/>
          <p:nvPr/>
        </p:nvSpPr>
        <p:spPr>
          <a:xfrm>
            <a:off x="4552007" y="5549662"/>
            <a:ext cx="3060000" cy="1044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400" b="1" dirty="0"/>
              <a:t>Procesar</a:t>
            </a:r>
            <a:endParaRPr lang="es-PE" sz="4400" b="1" dirty="0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6553132C-F99D-14B9-4BFA-CA3783217FB6}"/>
              </a:ext>
            </a:extLst>
          </p:cNvPr>
          <p:cNvSpPr/>
          <p:nvPr/>
        </p:nvSpPr>
        <p:spPr>
          <a:xfrm>
            <a:off x="10711543" y="1611698"/>
            <a:ext cx="627017" cy="3396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es-ES" sz="2400" dirty="0"/>
              <a:t>. . .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60293B89-4338-A5E4-580D-7907E39206CF}"/>
              </a:ext>
            </a:extLst>
          </p:cNvPr>
          <p:cNvSpPr/>
          <p:nvPr/>
        </p:nvSpPr>
        <p:spPr>
          <a:xfrm>
            <a:off x="10711542" y="2301577"/>
            <a:ext cx="627017" cy="3396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es-ES" sz="2400" dirty="0"/>
              <a:t>. . .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523FEAA5-6DAF-BECB-ADD4-DE838FAB0AA9}"/>
              </a:ext>
            </a:extLst>
          </p:cNvPr>
          <p:cNvSpPr/>
          <p:nvPr/>
        </p:nvSpPr>
        <p:spPr>
          <a:xfrm>
            <a:off x="10711542" y="2930430"/>
            <a:ext cx="627017" cy="3396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es-ES" sz="2400" dirty="0"/>
              <a:t>. . .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6FF30A20-E7C1-9704-8081-CB637A87AA02}"/>
              </a:ext>
            </a:extLst>
          </p:cNvPr>
          <p:cNvSpPr txBox="1"/>
          <p:nvPr/>
        </p:nvSpPr>
        <p:spPr>
          <a:xfrm>
            <a:off x="514625" y="791799"/>
            <a:ext cx="30624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Partido político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95AA008-87E8-62A2-2471-9DAFDD83C516}"/>
              </a:ext>
            </a:extLst>
          </p:cNvPr>
          <p:cNvSpPr txBox="1"/>
          <p:nvPr/>
        </p:nvSpPr>
        <p:spPr>
          <a:xfrm>
            <a:off x="3759664" y="790112"/>
            <a:ext cx="7704683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s-PE" sz="3600" dirty="0" smtClean="0">
                <a:solidFill>
                  <a:schemeClr val="tx2"/>
                </a:solidFill>
              </a:rPr>
              <a:t>Partido de Todos</a:t>
            </a:r>
            <a:endParaRPr lang="es-PE" sz="3600" dirty="0">
              <a:solidFill>
                <a:schemeClr val="tx2"/>
              </a:solidFill>
            </a:endParaRPr>
          </a:p>
        </p:txBody>
      </p:sp>
      <p:sp>
        <p:nvSpPr>
          <p:cNvPr id="26" name="Rectángulo: esquinas redondeadas 7">
            <a:extLst>
              <a:ext uri="{FF2B5EF4-FFF2-40B4-BE49-F238E27FC236}">
                <a16:creationId xmlns:a16="http://schemas.microsoft.com/office/drawing/2014/main" id="{6553132C-F99D-14B9-4BFA-CA3783217FB6}"/>
              </a:ext>
            </a:extLst>
          </p:cNvPr>
          <p:cNvSpPr/>
          <p:nvPr/>
        </p:nvSpPr>
        <p:spPr>
          <a:xfrm>
            <a:off x="10709105" y="897650"/>
            <a:ext cx="627017" cy="3396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es-ES" sz="2400" dirty="0"/>
              <a:t>. . .</a:t>
            </a:r>
          </a:p>
        </p:txBody>
      </p:sp>
    </p:spTree>
    <p:extLst>
      <p:ext uri="{BB962C8B-B14F-4D97-AF65-F5344CB8AC3E}">
        <p14:creationId xmlns:p14="http://schemas.microsoft.com/office/powerpoint/2010/main" val="2019583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0C7C9A-8296-9A12-7C28-CF89E03FE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457E578E-E7AD-F20A-03E0-2F80079737EF}"/>
              </a:ext>
            </a:extLst>
          </p:cNvPr>
          <p:cNvSpPr/>
          <p:nvPr/>
        </p:nvSpPr>
        <p:spPr>
          <a:xfrm>
            <a:off x="0" y="0"/>
            <a:ext cx="12192000" cy="6901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r>
              <a:rPr lang="es-MX" sz="2800" b="1" dirty="0">
                <a:latin typeface="Arial" panose="020B0604020202020204" pitchFamily="34" charset="0"/>
                <a:cs typeface="Arial" panose="020B0604020202020204" pitchFamily="34" charset="0"/>
              </a:rPr>
              <a:t>PRESIDENTE                                                (Usuario: Gustavo Coronel)</a:t>
            </a:r>
            <a:endParaRPr lang="es-PE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BEC984E-CB95-06B5-ADF4-A958A004786B}"/>
              </a:ext>
            </a:extLst>
          </p:cNvPr>
          <p:cNvSpPr txBox="1"/>
          <p:nvPr/>
        </p:nvSpPr>
        <p:spPr>
          <a:xfrm>
            <a:off x="517064" y="1029859"/>
            <a:ext cx="27921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Ape</a:t>
            </a:r>
            <a:r>
              <a:rPr lang="es-MX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Paterno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5B7C716-0C51-DEEE-30A1-0856A94026E1}"/>
              </a:ext>
            </a:extLst>
          </p:cNvPr>
          <p:cNvSpPr txBox="1"/>
          <p:nvPr/>
        </p:nvSpPr>
        <p:spPr>
          <a:xfrm>
            <a:off x="517063" y="2898101"/>
            <a:ext cx="27921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DNI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7379C6A6-E296-FA12-EF61-D390662AD190}"/>
              </a:ext>
            </a:extLst>
          </p:cNvPr>
          <p:cNvSpPr/>
          <p:nvPr/>
        </p:nvSpPr>
        <p:spPr>
          <a:xfrm>
            <a:off x="4403263" y="5023570"/>
            <a:ext cx="3060000" cy="12763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400" b="1" dirty="0"/>
              <a:t>Aceptar</a:t>
            </a:r>
            <a:endParaRPr lang="es-PE" sz="4400" b="1" dirty="0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ED986EBD-9EB1-7314-911E-23D619D77995}"/>
              </a:ext>
            </a:extLst>
          </p:cNvPr>
          <p:cNvSpPr/>
          <p:nvPr/>
        </p:nvSpPr>
        <p:spPr>
          <a:xfrm>
            <a:off x="8406783" y="5023570"/>
            <a:ext cx="3060000" cy="127635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400" b="1" dirty="0"/>
              <a:t>Cancelar</a:t>
            </a:r>
            <a:endParaRPr lang="es-PE" sz="4400" b="1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675020D-DD11-4777-3519-30FD4AAAA1CD}"/>
              </a:ext>
            </a:extLst>
          </p:cNvPr>
          <p:cNvSpPr txBox="1"/>
          <p:nvPr/>
        </p:nvSpPr>
        <p:spPr>
          <a:xfrm>
            <a:off x="517063" y="1654610"/>
            <a:ext cx="25976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Ape</a:t>
            </a:r>
            <a:r>
              <a:rPr lang="es-MX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Materno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9E538CB-B56F-80A6-FD80-07A5A2182ADF}"/>
              </a:ext>
            </a:extLst>
          </p:cNvPr>
          <p:cNvSpPr txBox="1"/>
          <p:nvPr/>
        </p:nvSpPr>
        <p:spPr>
          <a:xfrm>
            <a:off x="3248296" y="1660565"/>
            <a:ext cx="8218490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s-PE" sz="2800" dirty="0">
                <a:solidFill>
                  <a:schemeClr val="tx2"/>
                </a:solidFill>
              </a:rPr>
              <a:t>Castillo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5949647D-B5AC-FEE6-DFC2-2DF510788B41}"/>
              </a:ext>
            </a:extLst>
          </p:cNvPr>
          <p:cNvSpPr txBox="1"/>
          <p:nvPr/>
        </p:nvSpPr>
        <p:spPr>
          <a:xfrm>
            <a:off x="3248296" y="1028172"/>
            <a:ext cx="8218489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s-PE" sz="3600" dirty="0">
                <a:solidFill>
                  <a:schemeClr val="tx2"/>
                </a:solidFill>
              </a:rPr>
              <a:t>Coronel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8A905C7-B378-8A52-F005-C5D02D4D6F72}"/>
              </a:ext>
            </a:extLst>
          </p:cNvPr>
          <p:cNvSpPr txBox="1"/>
          <p:nvPr/>
        </p:nvSpPr>
        <p:spPr>
          <a:xfrm>
            <a:off x="3245859" y="2277408"/>
            <a:ext cx="8218489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s-PE" sz="2800" dirty="0">
                <a:solidFill>
                  <a:schemeClr val="tx2"/>
                </a:solidFill>
              </a:rPr>
              <a:t>Eric Gustavo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4120D9FF-346A-DDDD-C3D4-F7F9D3B54A4A}"/>
              </a:ext>
            </a:extLst>
          </p:cNvPr>
          <p:cNvSpPr txBox="1"/>
          <p:nvPr/>
        </p:nvSpPr>
        <p:spPr>
          <a:xfrm>
            <a:off x="517064" y="3454403"/>
            <a:ext cx="22681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3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Fec</a:t>
            </a:r>
            <a:r>
              <a:rPr lang="es-PE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  <a:r>
              <a:rPr lang="es-PE" sz="3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Nac</a:t>
            </a:r>
            <a:r>
              <a:rPr lang="es-PE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A8834FB-AEA4-5220-5A3F-9BF71132A302}"/>
              </a:ext>
            </a:extLst>
          </p:cNvPr>
          <p:cNvSpPr txBox="1"/>
          <p:nvPr/>
        </p:nvSpPr>
        <p:spPr>
          <a:xfrm>
            <a:off x="517063" y="2279361"/>
            <a:ext cx="27312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Nombres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A47C6DE5-CD2A-64BB-13C8-77BE4435A373}"/>
              </a:ext>
            </a:extLst>
          </p:cNvPr>
          <p:cNvSpPr txBox="1"/>
          <p:nvPr/>
        </p:nvSpPr>
        <p:spPr>
          <a:xfrm>
            <a:off x="3245858" y="2898101"/>
            <a:ext cx="8218489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s-PE" sz="2800" dirty="0">
                <a:solidFill>
                  <a:schemeClr val="tx2"/>
                </a:solidFill>
              </a:rPr>
              <a:t>06914897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AF74F512-5900-BBCF-CA75-D1E8DDEB9AF3}"/>
              </a:ext>
            </a:extLst>
          </p:cNvPr>
          <p:cNvSpPr txBox="1"/>
          <p:nvPr/>
        </p:nvSpPr>
        <p:spPr>
          <a:xfrm>
            <a:off x="3245859" y="3481993"/>
            <a:ext cx="8220926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s-PE" sz="2800" dirty="0">
                <a:solidFill>
                  <a:schemeClr val="tx2"/>
                </a:solidFill>
              </a:rPr>
              <a:t>06.ABR.1964</a:t>
            </a:r>
          </a:p>
        </p:txBody>
      </p:sp>
    </p:spTree>
    <p:extLst>
      <p:ext uri="{BB962C8B-B14F-4D97-AF65-F5344CB8AC3E}">
        <p14:creationId xmlns:p14="http://schemas.microsoft.com/office/powerpoint/2010/main" val="1923710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BFF0040E-4244-465E-94E7-8D6B7FC7AE4D}"/>
              </a:ext>
            </a:extLst>
          </p:cNvPr>
          <p:cNvSpPr/>
          <p:nvPr/>
        </p:nvSpPr>
        <p:spPr>
          <a:xfrm>
            <a:off x="0" y="0"/>
            <a:ext cx="12192000" cy="6901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r>
              <a:rPr lang="es-MX" sz="3200" b="1" dirty="0">
                <a:latin typeface="Arial" panose="020B0604020202020204" pitchFamily="34" charset="0"/>
                <a:cs typeface="Arial" panose="020B0604020202020204" pitchFamily="34" charset="0"/>
              </a:rPr>
              <a:t>PROGRAMAR RUTA</a:t>
            </a:r>
            <a:endParaRPr lang="es-PE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AB3938E-BF97-42E8-9BD3-90BFC96C85F6}"/>
              </a:ext>
            </a:extLst>
          </p:cNvPr>
          <p:cNvSpPr txBox="1"/>
          <p:nvPr/>
        </p:nvSpPr>
        <p:spPr>
          <a:xfrm>
            <a:off x="419093" y="1176314"/>
            <a:ext cx="2699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Ciudad origen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31AF367-1616-4B80-8151-48696B4A3020}"/>
              </a:ext>
            </a:extLst>
          </p:cNvPr>
          <p:cNvSpPr txBox="1"/>
          <p:nvPr/>
        </p:nvSpPr>
        <p:spPr>
          <a:xfrm>
            <a:off x="419092" y="2451435"/>
            <a:ext cx="2699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Fecha salida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B0B076E1-4EE5-4740-B9F4-0630270BF7F3}"/>
              </a:ext>
            </a:extLst>
          </p:cNvPr>
          <p:cNvGrpSpPr/>
          <p:nvPr/>
        </p:nvGrpSpPr>
        <p:grpSpPr>
          <a:xfrm>
            <a:off x="2022871" y="5057775"/>
            <a:ext cx="8146258" cy="1276350"/>
            <a:chOff x="2628899" y="5048250"/>
            <a:chExt cx="8146258" cy="1276350"/>
          </a:xfrm>
        </p:grpSpPr>
        <p:sp>
          <p:nvSpPr>
            <p:cNvPr id="9" name="Rectángulo: esquinas redondeadas 8">
              <a:extLst>
                <a:ext uri="{FF2B5EF4-FFF2-40B4-BE49-F238E27FC236}">
                  <a16:creationId xmlns:a16="http://schemas.microsoft.com/office/drawing/2014/main" id="{F0ADFD40-44B4-4A74-87A1-799FD7BA5C24}"/>
                </a:ext>
              </a:extLst>
            </p:cNvPr>
            <p:cNvSpPr/>
            <p:nvPr/>
          </p:nvSpPr>
          <p:spPr>
            <a:xfrm>
              <a:off x="2628899" y="5048250"/>
              <a:ext cx="3876675" cy="127635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4400" b="1" dirty="0"/>
                <a:t>Grabar</a:t>
              </a:r>
              <a:endParaRPr lang="es-PE" sz="4400" b="1" dirty="0"/>
            </a:p>
          </p:txBody>
        </p:sp>
        <p:sp>
          <p:nvSpPr>
            <p:cNvPr id="12" name="Rectángulo: esquinas redondeadas 11">
              <a:extLst>
                <a:ext uri="{FF2B5EF4-FFF2-40B4-BE49-F238E27FC236}">
                  <a16:creationId xmlns:a16="http://schemas.microsoft.com/office/drawing/2014/main" id="{231FEC77-5F70-49F0-86BC-F1C50F667B43}"/>
                </a:ext>
              </a:extLst>
            </p:cNvPr>
            <p:cNvSpPr/>
            <p:nvPr/>
          </p:nvSpPr>
          <p:spPr>
            <a:xfrm>
              <a:off x="6898482" y="5048250"/>
              <a:ext cx="3876675" cy="1276350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4400" b="1" dirty="0"/>
                <a:t>Salir</a:t>
              </a:r>
              <a:endParaRPr lang="es-PE" sz="4400" b="1" dirty="0"/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F085BD87-2F55-BA8E-497E-313B35999274}"/>
              </a:ext>
            </a:extLst>
          </p:cNvPr>
          <p:cNvSpPr txBox="1"/>
          <p:nvPr/>
        </p:nvSpPr>
        <p:spPr>
          <a:xfrm>
            <a:off x="419091" y="1795905"/>
            <a:ext cx="2699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Ruta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8" name="7 Grupo"/>
          <p:cNvGrpSpPr/>
          <p:nvPr/>
        </p:nvGrpSpPr>
        <p:grpSpPr>
          <a:xfrm>
            <a:off x="3200400" y="1176315"/>
            <a:ext cx="8472613" cy="523220"/>
            <a:chOff x="3216728" y="915067"/>
            <a:chExt cx="8472613" cy="523220"/>
          </a:xfrm>
        </p:grpSpPr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DC3DE8DA-18E9-5BAA-561F-80989FD10132}"/>
                </a:ext>
              </a:extLst>
            </p:cNvPr>
            <p:cNvSpPr txBox="1"/>
            <p:nvPr/>
          </p:nvSpPr>
          <p:spPr>
            <a:xfrm>
              <a:off x="3216728" y="915067"/>
              <a:ext cx="8472613" cy="523220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spAutoFit/>
            </a:bodyPr>
            <a:lstStyle/>
            <a:p>
              <a:endParaRPr lang="es-PE" sz="3600" dirty="0"/>
            </a:p>
          </p:txBody>
        </p:sp>
        <p:sp>
          <p:nvSpPr>
            <p:cNvPr id="17" name="Flecha: hacia abajo 16">
              <a:extLst>
                <a:ext uri="{FF2B5EF4-FFF2-40B4-BE49-F238E27FC236}">
                  <a16:creationId xmlns:a16="http://schemas.microsoft.com/office/drawing/2014/main" id="{F2A1D8DF-7E15-DB50-C1B4-4AF533C402E6}"/>
                </a:ext>
              </a:extLst>
            </p:cNvPr>
            <p:cNvSpPr/>
            <p:nvPr/>
          </p:nvSpPr>
          <p:spPr>
            <a:xfrm>
              <a:off x="11072968" y="1058534"/>
              <a:ext cx="484632" cy="236284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21" name="CuadroTexto 20">
            <a:extLst>
              <a:ext uri="{FF2B5EF4-FFF2-40B4-BE49-F238E27FC236}">
                <a16:creationId xmlns:a16="http://schemas.microsoft.com/office/drawing/2014/main" id="{29CEDF8E-248F-E8F1-32D5-8FF2C2A209EC}"/>
              </a:ext>
            </a:extLst>
          </p:cNvPr>
          <p:cNvSpPr txBox="1"/>
          <p:nvPr/>
        </p:nvSpPr>
        <p:spPr>
          <a:xfrm>
            <a:off x="7066628" y="2440128"/>
            <a:ext cx="17597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Precio 1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1D4E9A6E-9333-19CA-2BF0-B5D8CECB8F99}"/>
              </a:ext>
            </a:extLst>
          </p:cNvPr>
          <p:cNvSpPr txBox="1"/>
          <p:nvPr/>
        </p:nvSpPr>
        <p:spPr>
          <a:xfrm>
            <a:off x="7066629" y="3811926"/>
            <a:ext cx="18740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Precio 3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7E1AF49-7DF9-D52F-7853-E470C336B3E7}"/>
              </a:ext>
            </a:extLst>
          </p:cNvPr>
          <p:cNvSpPr txBox="1"/>
          <p:nvPr/>
        </p:nvSpPr>
        <p:spPr>
          <a:xfrm>
            <a:off x="7066628" y="3128162"/>
            <a:ext cx="18740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Precio 2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24" name="23 Grupo"/>
          <p:cNvGrpSpPr/>
          <p:nvPr/>
        </p:nvGrpSpPr>
        <p:grpSpPr>
          <a:xfrm>
            <a:off x="3200399" y="1795906"/>
            <a:ext cx="8472613" cy="523220"/>
            <a:chOff x="3216728" y="915067"/>
            <a:chExt cx="8472613" cy="523220"/>
          </a:xfrm>
        </p:grpSpPr>
        <p:sp>
          <p:nvSpPr>
            <p:cNvPr id="26" name="CuadroTexto 15">
              <a:extLst>
                <a:ext uri="{FF2B5EF4-FFF2-40B4-BE49-F238E27FC236}">
                  <a16:creationId xmlns:a16="http://schemas.microsoft.com/office/drawing/2014/main" id="{DC3DE8DA-18E9-5BAA-561F-80989FD10132}"/>
                </a:ext>
              </a:extLst>
            </p:cNvPr>
            <p:cNvSpPr txBox="1"/>
            <p:nvPr/>
          </p:nvSpPr>
          <p:spPr>
            <a:xfrm>
              <a:off x="3216728" y="915067"/>
              <a:ext cx="8472613" cy="523220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spAutoFit/>
            </a:bodyPr>
            <a:lstStyle/>
            <a:p>
              <a:endParaRPr lang="es-PE" sz="3600" dirty="0"/>
            </a:p>
          </p:txBody>
        </p:sp>
        <p:sp>
          <p:nvSpPr>
            <p:cNvPr id="27" name="Flecha: hacia abajo 16">
              <a:extLst>
                <a:ext uri="{FF2B5EF4-FFF2-40B4-BE49-F238E27FC236}">
                  <a16:creationId xmlns:a16="http://schemas.microsoft.com/office/drawing/2014/main" id="{F2A1D8DF-7E15-DB50-C1B4-4AF533C402E6}"/>
                </a:ext>
              </a:extLst>
            </p:cNvPr>
            <p:cNvSpPr/>
            <p:nvPr/>
          </p:nvSpPr>
          <p:spPr>
            <a:xfrm>
              <a:off x="11072968" y="1058534"/>
              <a:ext cx="484632" cy="236284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31" name="CuadroTexto 15">
            <a:extLst>
              <a:ext uri="{FF2B5EF4-FFF2-40B4-BE49-F238E27FC236}">
                <a16:creationId xmlns:a16="http://schemas.microsoft.com/office/drawing/2014/main" id="{DC3DE8DA-18E9-5BAA-561F-80989FD10132}"/>
              </a:ext>
            </a:extLst>
          </p:cNvPr>
          <p:cNvSpPr txBox="1"/>
          <p:nvPr/>
        </p:nvSpPr>
        <p:spPr>
          <a:xfrm>
            <a:off x="3200401" y="2445781"/>
            <a:ext cx="2987619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endParaRPr lang="es-PE" sz="3600" dirty="0"/>
          </a:p>
        </p:txBody>
      </p:sp>
      <p:sp>
        <p:nvSpPr>
          <p:cNvPr id="32" name="Flecha: hacia abajo 16">
            <a:extLst>
              <a:ext uri="{FF2B5EF4-FFF2-40B4-BE49-F238E27FC236}">
                <a16:creationId xmlns:a16="http://schemas.microsoft.com/office/drawing/2014/main" id="{F2A1D8DF-7E15-DB50-C1B4-4AF533C402E6}"/>
              </a:ext>
            </a:extLst>
          </p:cNvPr>
          <p:cNvSpPr/>
          <p:nvPr/>
        </p:nvSpPr>
        <p:spPr>
          <a:xfrm>
            <a:off x="5640902" y="2594903"/>
            <a:ext cx="484632" cy="23628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6" name="CuadroTexto 6">
            <a:extLst>
              <a:ext uri="{FF2B5EF4-FFF2-40B4-BE49-F238E27FC236}">
                <a16:creationId xmlns:a16="http://schemas.microsoft.com/office/drawing/2014/main" id="{231AF367-1616-4B80-8151-48696B4A3020}"/>
              </a:ext>
            </a:extLst>
          </p:cNvPr>
          <p:cNvSpPr txBox="1"/>
          <p:nvPr/>
        </p:nvSpPr>
        <p:spPr>
          <a:xfrm>
            <a:off x="419093" y="3128162"/>
            <a:ext cx="2699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Hora salida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7" name="CuadroTexto 15">
            <a:extLst>
              <a:ext uri="{FF2B5EF4-FFF2-40B4-BE49-F238E27FC236}">
                <a16:creationId xmlns:a16="http://schemas.microsoft.com/office/drawing/2014/main" id="{DC3DE8DA-18E9-5BAA-561F-80989FD10132}"/>
              </a:ext>
            </a:extLst>
          </p:cNvPr>
          <p:cNvSpPr txBox="1"/>
          <p:nvPr/>
        </p:nvSpPr>
        <p:spPr>
          <a:xfrm>
            <a:off x="3200402" y="3122508"/>
            <a:ext cx="2987619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endParaRPr lang="es-PE" sz="3600" dirty="0"/>
          </a:p>
        </p:txBody>
      </p:sp>
      <p:sp>
        <p:nvSpPr>
          <p:cNvPr id="38" name="Flecha: hacia abajo 16">
            <a:extLst>
              <a:ext uri="{FF2B5EF4-FFF2-40B4-BE49-F238E27FC236}">
                <a16:creationId xmlns:a16="http://schemas.microsoft.com/office/drawing/2014/main" id="{F2A1D8DF-7E15-DB50-C1B4-4AF533C402E6}"/>
              </a:ext>
            </a:extLst>
          </p:cNvPr>
          <p:cNvSpPr/>
          <p:nvPr/>
        </p:nvSpPr>
        <p:spPr>
          <a:xfrm>
            <a:off x="5626787" y="3271630"/>
            <a:ext cx="484632" cy="23628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9" name="CuadroTexto 15">
            <a:extLst>
              <a:ext uri="{FF2B5EF4-FFF2-40B4-BE49-F238E27FC236}">
                <a16:creationId xmlns:a16="http://schemas.microsoft.com/office/drawing/2014/main" id="{DC3DE8DA-18E9-5BAA-561F-80989FD10132}"/>
              </a:ext>
            </a:extLst>
          </p:cNvPr>
          <p:cNvSpPr txBox="1"/>
          <p:nvPr/>
        </p:nvSpPr>
        <p:spPr>
          <a:xfrm>
            <a:off x="8940720" y="2440128"/>
            <a:ext cx="2732293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endParaRPr lang="es-PE" sz="3600" dirty="0"/>
          </a:p>
        </p:txBody>
      </p:sp>
      <p:sp>
        <p:nvSpPr>
          <p:cNvPr id="40" name="CuadroTexto 15">
            <a:extLst>
              <a:ext uri="{FF2B5EF4-FFF2-40B4-BE49-F238E27FC236}">
                <a16:creationId xmlns:a16="http://schemas.microsoft.com/office/drawing/2014/main" id="{DC3DE8DA-18E9-5BAA-561F-80989FD10132}"/>
              </a:ext>
            </a:extLst>
          </p:cNvPr>
          <p:cNvSpPr txBox="1"/>
          <p:nvPr/>
        </p:nvSpPr>
        <p:spPr>
          <a:xfrm>
            <a:off x="8940720" y="3128162"/>
            <a:ext cx="2732293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endParaRPr lang="es-PE" sz="3600" dirty="0"/>
          </a:p>
        </p:txBody>
      </p:sp>
      <p:sp>
        <p:nvSpPr>
          <p:cNvPr id="41" name="CuadroTexto 15">
            <a:extLst>
              <a:ext uri="{FF2B5EF4-FFF2-40B4-BE49-F238E27FC236}">
                <a16:creationId xmlns:a16="http://schemas.microsoft.com/office/drawing/2014/main" id="{DC3DE8DA-18E9-5BAA-561F-80989FD10132}"/>
              </a:ext>
            </a:extLst>
          </p:cNvPr>
          <p:cNvSpPr txBox="1"/>
          <p:nvPr/>
        </p:nvSpPr>
        <p:spPr>
          <a:xfrm>
            <a:off x="8940720" y="3811926"/>
            <a:ext cx="2732293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endParaRPr lang="es-PE" sz="3600" dirty="0"/>
          </a:p>
        </p:txBody>
      </p:sp>
      <p:sp>
        <p:nvSpPr>
          <p:cNvPr id="42" name="CuadroTexto 6">
            <a:extLst>
              <a:ext uri="{FF2B5EF4-FFF2-40B4-BE49-F238E27FC236}">
                <a16:creationId xmlns:a16="http://schemas.microsoft.com/office/drawing/2014/main" id="{231AF367-1616-4B80-8151-48696B4A3020}"/>
              </a:ext>
            </a:extLst>
          </p:cNvPr>
          <p:cNvSpPr txBox="1"/>
          <p:nvPr/>
        </p:nvSpPr>
        <p:spPr>
          <a:xfrm>
            <a:off x="419096" y="3811926"/>
            <a:ext cx="2699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Bus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3" name="CuadroTexto 15">
            <a:extLst>
              <a:ext uri="{FF2B5EF4-FFF2-40B4-BE49-F238E27FC236}">
                <a16:creationId xmlns:a16="http://schemas.microsoft.com/office/drawing/2014/main" id="{DC3DE8DA-18E9-5BAA-561F-80989FD10132}"/>
              </a:ext>
            </a:extLst>
          </p:cNvPr>
          <p:cNvSpPr txBox="1"/>
          <p:nvPr/>
        </p:nvSpPr>
        <p:spPr>
          <a:xfrm>
            <a:off x="3200405" y="3806272"/>
            <a:ext cx="2987619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endParaRPr lang="es-PE" sz="3600" dirty="0"/>
          </a:p>
        </p:txBody>
      </p:sp>
      <p:sp>
        <p:nvSpPr>
          <p:cNvPr id="44" name="Flecha: hacia abajo 16">
            <a:extLst>
              <a:ext uri="{FF2B5EF4-FFF2-40B4-BE49-F238E27FC236}">
                <a16:creationId xmlns:a16="http://schemas.microsoft.com/office/drawing/2014/main" id="{F2A1D8DF-7E15-DB50-C1B4-4AF533C402E6}"/>
              </a:ext>
            </a:extLst>
          </p:cNvPr>
          <p:cNvSpPr/>
          <p:nvPr/>
        </p:nvSpPr>
        <p:spPr>
          <a:xfrm>
            <a:off x="5595043" y="3955394"/>
            <a:ext cx="484632" cy="23628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8733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BFF0040E-4244-465E-94E7-8D6B7FC7AE4D}"/>
              </a:ext>
            </a:extLst>
          </p:cNvPr>
          <p:cNvSpPr/>
          <p:nvPr/>
        </p:nvSpPr>
        <p:spPr>
          <a:xfrm>
            <a:off x="0" y="0"/>
            <a:ext cx="12192000" cy="6901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r>
              <a:rPr lang="es-MX" sz="3200" b="1" dirty="0">
                <a:latin typeface="Arial" panose="020B0604020202020204" pitchFamily="34" charset="0"/>
                <a:cs typeface="Arial" panose="020B0604020202020204" pitchFamily="34" charset="0"/>
              </a:rPr>
              <a:t>REGISTRAR PACIENTE</a:t>
            </a:r>
            <a:endParaRPr lang="es-PE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AB3938E-BF97-42E8-9BD3-90BFC96C85F6}"/>
              </a:ext>
            </a:extLst>
          </p:cNvPr>
          <p:cNvSpPr txBox="1"/>
          <p:nvPr/>
        </p:nvSpPr>
        <p:spPr>
          <a:xfrm>
            <a:off x="419093" y="1176314"/>
            <a:ext cx="2699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Apellidos: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31AF367-1616-4B80-8151-48696B4A3020}"/>
              </a:ext>
            </a:extLst>
          </p:cNvPr>
          <p:cNvSpPr txBox="1"/>
          <p:nvPr/>
        </p:nvSpPr>
        <p:spPr>
          <a:xfrm>
            <a:off x="419092" y="2451435"/>
            <a:ext cx="2699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Fecha salida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B0B076E1-4EE5-4740-B9F4-0630270BF7F3}"/>
              </a:ext>
            </a:extLst>
          </p:cNvPr>
          <p:cNvGrpSpPr/>
          <p:nvPr/>
        </p:nvGrpSpPr>
        <p:grpSpPr>
          <a:xfrm>
            <a:off x="2022871" y="5057775"/>
            <a:ext cx="8146258" cy="1276350"/>
            <a:chOff x="2628899" y="5048250"/>
            <a:chExt cx="8146258" cy="1276350"/>
          </a:xfrm>
        </p:grpSpPr>
        <p:sp>
          <p:nvSpPr>
            <p:cNvPr id="9" name="Rectángulo: esquinas redondeadas 8">
              <a:extLst>
                <a:ext uri="{FF2B5EF4-FFF2-40B4-BE49-F238E27FC236}">
                  <a16:creationId xmlns:a16="http://schemas.microsoft.com/office/drawing/2014/main" id="{F0ADFD40-44B4-4A74-87A1-799FD7BA5C24}"/>
                </a:ext>
              </a:extLst>
            </p:cNvPr>
            <p:cNvSpPr/>
            <p:nvPr/>
          </p:nvSpPr>
          <p:spPr>
            <a:xfrm>
              <a:off x="2628899" y="5048250"/>
              <a:ext cx="3876675" cy="127635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4400" b="1" dirty="0"/>
                <a:t>Grabar</a:t>
              </a:r>
              <a:endParaRPr lang="es-PE" sz="4400" b="1" dirty="0"/>
            </a:p>
          </p:txBody>
        </p:sp>
        <p:sp>
          <p:nvSpPr>
            <p:cNvPr id="12" name="Rectángulo: esquinas redondeadas 11">
              <a:extLst>
                <a:ext uri="{FF2B5EF4-FFF2-40B4-BE49-F238E27FC236}">
                  <a16:creationId xmlns:a16="http://schemas.microsoft.com/office/drawing/2014/main" id="{231FEC77-5F70-49F0-86BC-F1C50F667B43}"/>
                </a:ext>
              </a:extLst>
            </p:cNvPr>
            <p:cNvSpPr/>
            <p:nvPr/>
          </p:nvSpPr>
          <p:spPr>
            <a:xfrm>
              <a:off x="6898482" y="5048250"/>
              <a:ext cx="3876675" cy="1276350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4400" b="1" dirty="0"/>
                <a:t>Salir</a:t>
              </a:r>
              <a:endParaRPr lang="es-PE" sz="4400" b="1" dirty="0"/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F085BD87-2F55-BA8E-497E-313B35999274}"/>
              </a:ext>
            </a:extLst>
          </p:cNvPr>
          <p:cNvSpPr txBox="1"/>
          <p:nvPr/>
        </p:nvSpPr>
        <p:spPr>
          <a:xfrm>
            <a:off x="419091" y="1795905"/>
            <a:ext cx="2699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Nombres: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8" name="7 Grupo"/>
          <p:cNvGrpSpPr/>
          <p:nvPr/>
        </p:nvGrpSpPr>
        <p:grpSpPr>
          <a:xfrm>
            <a:off x="3200400" y="1176315"/>
            <a:ext cx="8472613" cy="523220"/>
            <a:chOff x="3216728" y="915067"/>
            <a:chExt cx="8472613" cy="523220"/>
          </a:xfrm>
        </p:grpSpPr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DC3DE8DA-18E9-5BAA-561F-80989FD10132}"/>
                </a:ext>
              </a:extLst>
            </p:cNvPr>
            <p:cNvSpPr txBox="1"/>
            <p:nvPr/>
          </p:nvSpPr>
          <p:spPr>
            <a:xfrm>
              <a:off x="3216728" y="915067"/>
              <a:ext cx="8472613" cy="523220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spAutoFit/>
            </a:bodyPr>
            <a:lstStyle/>
            <a:p>
              <a:endParaRPr lang="es-PE" sz="3600" dirty="0"/>
            </a:p>
          </p:txBody>
        </p:sp>
        <p:sp>
          <p:nvSpPr>
            <p:cNvPr id="17" name="Flecha: hacia abajo 16">
              <a:extLst>
                <a:ext uri="{FF2B5EF4-FFF2-40B4-BE49-F238E27FC236}">
                  <a16:creationId xmlns:a16="http://schemas.microsoft.com/office/drawing/2014/main" id="{F2A1D8DF-7E15-DB50-C1B4-4AF533C402E6}"/>
                </a:ext>
              </a:extLst>
            </p:cNvPr>
            <p:cNvSpPr/>
            <p:nvPr/>
          </p:nvSpPr>
          <p:spPr>
            <a:xfrm>
              <a:off x="11072968" y="1058534"/>
              <a:ext cx="484632" cy="236284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21" name="CuadroTexto 20">
            <a:extLst>
              <a:ext uri="{FF2B5EF4-FFF2-40B4-BE49-F238E27FC236}">
                <a16:creationId xmlns:a16="http://schemas.microsoft.com/office/drawing/2014/main" id="{29CEDF8E-248F-E8F1-32D5-8FF2C2A209EC}"/>
              </a:ext>
            </a:extLst>
          </p:cNvPr>
          <p:cNvSpPr txBox="1"/>
          <p:nvPr/>
        </p:nvSpPr>
        <p:spPr>
          <a:xfrm>
            <a:off x="7066628" y="2440128"/>
            <a:ext cx="17597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Precio 1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1D4E9A6E-9333-19CA-2BF0-B5D8CECB8F99}"/>
              </a:ext>
            </a:extLst>
          </p:cNvPr>
          <p:cNvSpPr txBox="1"/>
          <p:nvPr/>
        </p:nvSpPr>
        <p:spPr>
          <a:xfrm>
            <a:off x="7066629" y="3811926"/>
            <a:ext cx="18740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Precio 3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7E1AF49-7DF9-D52F-7853-E470C336B3E7}"/>
              </a:ext>
            </a:extLst>
          </p:cNvPr>
          <p:cNvSpPr txBox="1"/>
          <p:nvPr/>
        </p:nvSpPr>
        <p:spPr>
          <a:xfrm>
            <a:off x="7066628" y="3128162"/>
            <a:ext cx="18740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Precio 2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24" name="23 Grupo"/>
          <p:cNvGrpSpPr/>
          <p:nvPr/>
        </p:nvGrpSpPr>
        <p:grpSpPr>
          <a:xfrm>
            <a:off x="3200399" y="1795906"/>
            <a:ext cx="8472613" cy="523220"/>
            <a:chOff x="3216728" y="915067"/>
            <a:chExt cx="8472613" cy="523220"/>
          </a:xfrm>
        </p:grpSpPr>
        <p:sp>
          <p:nvSpPr>
            <p:cNvPr id="26" name="CuadroTexto 15">
              <a:extLst>
                <a:ext uri="{FF2B5EF4-FFF2-40B4-BE49-F238E27FC236}">
                  <a16:creationId xmlns:a16="http://schemas.microsoft.com/office/drawing/2014/main" id="{DC3DE8DA-18E9-5BAA-561F-80989FD10132}"/>
                </a:ext>
              </a:extLst>
            </p:cNvPr>
            <p:cNvSpPr txBox="1"/>
            <p:nvPr/>
          </p:nvSpPr>
          <p:spPr>
            <a:xfrm>
              <a:off x="3216728" y="915067"/>
              <a:ext cx="8472613" cy="523220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spAutoFit/>
            </a:bodyPr>
            <a:lstStyle/>
            <a:p>
              <a:endParaRPr lang="es-PE" sz="3600" dirty="0"/>
            </a:p>
          </p:txBody>
        </p:sp>
        <p:sp>
          <p:nvSpPr>
            <p:cNvPr id="27" name="Flecha: hacia abajo 16">
              <a:extLst>
                <a:ext uri="{FF2B5EF4-FFF2-40B4-BE49-F238E27FC236}">
                  <a16:creationId xmlns:a16="http://schemas.microsoft.com/office/drawing/2014/main" id="{F2A1D8DF-7E15-DB50-C1B4-4AF533C402E6}"/>
                </a:ext>
              </a:extLst>
            </p:cNvPr>
            <p:cNvSpPr/>
            <p:nvPr/>
          </p:nvSpPr>
          <p:spPr>
            <a:xfrm>
              <a:off x="11072968" y="1058534"/>
              <a:ext cx="484632" cy="236284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31" name="CuadroTexto 15">
            <a:extLst>
              <a:ext uri="{FF2B5EF4-FFF2-40B4-BE49-F238E27FC236}">
                <a16:creationId xmlns:a16="http://schemas.microsoft.com/office/drawing/2014/main" id="{DC3DE8DA-18E9-5BAA-561F-80989FD10132}"/>
              </a:ext>
            </a:extLst>
          </p:cNvPr>
          <p:cNvSpPr txBox="1"/>
          <p:nvPr/>
        </p:nvSpPr>
        <p:spPr>
          <a:xfrm>
            <a:off x="3200401" y="2445781"/>
            <a:ext cx="2987619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endParaRPr lang="es-PE" sz="3600" dirty="0"/>
          </a:p>
        </p:txBody>
      </p:sp>
      <p:sp>
        <p:nvSpPr>
          <p:cNvPr id="32" name="Flecha: hacia abajo 16">
            <a:extLst>
              <a:ext uri="{FF2B5EF4-FFF2-40B4-BE49-F238E27FC236}">
                <a16:creationId xmlns:a16="http://schemas.microsoft.com/office/drawing/2014/main" id="{F2A1D8DF-7E15-DB50-C1B4-4AF533C402E6}"/>
              </a:ext>
            </a:extLst>
          </p:cNvPr>
          <p:cNvSpPr/>
          <p:nvPr/>
        </p:nvSpPr>
        <p:spPr>
          <a:xfrm>
            <a:off x="5640902" y="2594903"/>
            <a:ext cx="484632" cy="23628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6" name="CuadroTexto 6">
            <a:extLst>
              <a:ext uri="{FF2B5EF4-FFF2-40B4-BE49-F238E27FC236}">
                <a16:creationId xmlns:a16="http://schemas.microsoft.com/office/drawing/2014/main" id="{231AF367-1616-4B80-8151-48696B4A3020}"/>
              </a:ext>
            </a:extLst>
          </p:cNvPr>
          <p:cNvSpPr txBox="1"/>
          <p:nvPr/>
        </p:nvSpPr>
        <p:spPr>
          <a:xfrm>
            <a:off x="419093" y="3128162"/>
            <a:ext cx="2699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Hora salida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7" name="CuadroTexto 15">
            <a:extLst>
              <a:ext uri="{FF2B5EF4-FFF2-40B4-BE49-F238E27FC236}">
                <a16:creationId xmlns:a16="http://schemas.microsoft.com/office/drawing/2014/main" id="{DC3DE8DA-18E9-5BAA-561F-80989FD10132}"/>
              </a:ext>
            </a:extLst>
          </p:cNvPr>
          <p:cNvSpPr txBox="1"/>
          <p:nvPr/>
        </p:nvSpPr>
        <p:spPr>
          <a:xfrm>
            <a:off x="3200402" y="3122508"/>
            <a:ext cx="2987619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endParaRPr lang="es-PE" sz="3600" dirty="0"/>
          </a:p>
        </p:txBody>
      </p:sp>
      <p:sp>
        <p:nvSpPr>
          <p:cNvPr id="38" name="Flecha: hacia abajo 16">
            <a:extLst>
              <a:ext uri="{FF2B5EF4-FFF2-40B4-BE49-F238E27FC236}">
                <a16:creationId xmlns:a16="http://schemas.microsoft.com/office/drawing/2014/main" id="{F2A1D8DF-7E15-DB50-C1B4-4AF533C402E6}"/>
              </a:ext>
            </a:extLst>
          </p:cNvPr>
          <p:cNvSpPr/>
          <p:nvPr/>
        </p:nvSpPr>
        <p:spPr>
          <a:xfrm>
            <a:off x="5626787" y="3271630"/>
            <a:ext cx="484632" cy="23628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9" name="CuadroTexto 15">
            <a:extLst>
              <a:ext uri="{FF2B5EF4-FFF2-40B4-BE49-F238E27FC236}">
                <a16:creationId xmlns:a16="http://schemas.microsoft.com/office/drawing/2014/main" id="{DC3DE8DA-18E9-5BAA-561F-80989FD10132}"/>
              </a:ext>
            </a:extLst>
          </p:cNvPr>
          <p:cNvSpPr txBox="1"/>
          <p:nvPr/>
        </p:nvSpPr>
        <p:spPr>
          <a:xfrm>
            <a:off x="8940720" y="2440128"/>
            <a:ext cx="2732293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endParaRPr lang="es-PE" sz="3600" dirty="0"/>
          </a:p>
        </p:txBody>
      </p:sp>
      <p:sp>
        <p:nvSpPr>
          <p:cNvPr id="40" name="CuadroTexto 15">
            <a:extLst>
              <a:ext uri="{FF2B5EF4-FFF2-40B4-BE49-F238E27FC236}">
                <a16:creationId xmlns:a16="http://schemas.microsoft.com/office/drawing/2014/main" id="{DC3DE8DA-18E9-5BAA-561F-80989FD10132}"/>
              </a:ext>
            </a:extLst>
          </p:cNvPr>
          <p:cNvSpPr txBox="1"/>
          <p:nvPr/>
        </p:nvSpPr>
        <p:spPr>
          <a:xfrm>
            <a:off x="8940720" y="3128162"/>
            <a:ext cx="2732293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endParaRPr lang="es-PE" sz="3600" dirty="0"/>
          </a:p>
        </p:txBody>
      </p:sp>
      <p:sp>
        <p:nvSpPr>
          <p:cNvPr id="41" name="CuadroTexto 15">
            <a:extLst>
              <a:ext uri="{FF2B5EF4-FFF2-40B4-BE49-F238E27FC236}">
                <a16:creationId xmlns:a16="http://schemas.microsoft.com/office/drawing/2014/main" id="{DC3DE8DA-18E9-5BAA-561F-80989FD10132}"/>
              </a:ext>
            </a:extLst>
          </p:cNvPr>
          <p:cNvSpPr txBox="1"/>
          <p:nvPr/>
        </p:nvSpPr>
        <p:spPr>
          <a:xfrm>
            <a:off x="8940720" y="3811926"/>
            <a:ext cx="2732293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endParaRPr lang="es-PE" sz="3600" dirty="0"/>
          </a:p>
        </p:txBody>
      </p:sp>
      <p:sp>
        <p:nvSpPr>
          <p:cNvPr id="42" name="CuadroTexto 6">
            <a:extLst>
              <a:ext uri="{FF2B5EF4-FFF2-40B4-BE49-F238E27FC236}">
                <a16:creationId xmlns:a16="http://schemas.microsoft.com/office/drawing/2014/main" id="{231AF367-1616-4B80-8151-48696B4A3020}"/>
              </a:ext>
            </a:extLst>
          </p:cNvPr>
          <p:cNvSpPr txBox="1"/>
          <p:nvPr/>
        </p:nvSpPr>
        <p:spPr>
          <a:xfrm>
            <a:off x="419096" y="3811926"/>
            <a:ext cx="2699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Bus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3" name="CuadroTexto 15">
            <a:extLst>
              <a:ext uri="{FF2B5EF4-FFF2-40B4-BE49-F238E27FC236}">
                <a16:creationId xmlns:a16="http://schemas.microsoft.com/office/drawing/2014/main" id="{DC3DE8DA-18E9-5BAA-561F-80989FD10132}"/>
              </a:ext>
            </a:extLst>
          </p:cNvPr>
          <p:cNvSpPr txBox="1"/>
          <p:nvPr/>
        </p:nvSpPr>
        <p:spPr>
          <a:xfrm>
            <a:off x="3200405" y="3806272"/>
            <a:ext cx="2987619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endParaRPr lang="es-PE" sz="3600" dirty="0"/>
          </a:p>
        </p:txBody>
      </p:sp>
      <p:sp>
        <p:nvSpPr>
          <p:cNvPr id="44" name="Flecha: hacia abajo 16">
            <a:extLst>
              <a:ext uri="{FF2B5EF4-FFF2-40B4-BE49-F238E27FC236}">
                <a16:creationId xmlns:a16="http://schemas.microsoft.com/office/drawing/2014/main" id="{F2A1D8DF-7E15-DB50-C1B4-4AF533C402E6}"/>
              </a:ext>
            </a:extLst>
          </p:cNvPr>
          <p:cNvSpPr/>
          <p:nvPr/>
        </p:nvSpPr>
        <p:spPr>
          <a:xfrm>
            <a:off x="5595043" y="3955394"/>
            <a:ext cx="484632" cy="23628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24762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3947310" y="606581"/>
            <a:ext cx="3775295" cy="35489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400" dirty="0"/>
              <a:t>REGISTRAR</a:t>
            </a:r>
          </a:p>
          <a:p>
            <a:pPr algn="ctr"/>
            <a:r>
              <a:rPr lang="es-ES" sz="4400" dirty="0"/>
              <a:t>PACIENTE</a:t>
            </a:r>
            <a:endParaRPr lang="en-US" sz="4400" dirty="0"/>
          </a:p>
        </p:txBody>
      </p:sp>
      <p:sp>
        <p:nvSpPr>
          <p:cNvPr id="3" name="Flecha derecha 2"/>
          <p:cNvSpPr/>
          <p:nvPr/>
        </p:nvSpPr>
        <p:spPr>
          <a:xfrm>
            <a:off x="3440317" y="688063"/>
            <a:ext cx="506993" cy="4255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lecha derecha 3"/>
          <p:cNvSpPr/>
          <p:nvPr/>
        </p:nvSpPr>
        <p:spPr>
          <a:xfrm>
            <a:off x="3440316" y="1190531"/>
            <a:ext cx="506993" cy="4255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lecha derecha 4"/>
          <p:cNvSpPr/>
          <p:nvPr/>
        </p:nvSpPr>
        <p:spPr>
          <a:xfrm>
            <a:off x="3440314" y="1692999"/>
            <a:ext cx="506993" cy="4255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echa derecha 5"/>
          <p:cNvSpPr/>
          <p:nvPr/>
        </p:nvSpPr>
        <p:spPr>
          <a:xfrm>
            <a:off x="3440313" y="2195467"/>
            <a:ext cx="506993" cy="4255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echa derecha 6"/>
          <p:cNvSpPr/>
          <p:nvPr/>
        </p:nvSpPr>
        <p:spPr>
          <a:xfrm>
            <a:off x="3440313" y="2697935"/>
            <a:ext cx="506993" cy="4255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echa derecha 7"/>
          <p:cNvSpPr/>
          <p:nvPr/>
        </p:nvSpPr>
        <p:spPr>
          <a:xfrm>
            <a:off x="3440312" y="3200403"/>
            <a:ext cx="506993" cy="4255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/>
          <p:cNvSpPr txBox="1"/>
          <p:nvPr/>
        </p:nvSpPr>
        <p:spPr>
          <a:xfrm>
            <a:off x="2402375" y="746113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DNI</a:t>
            </a:r>
            <a:endParaRPr lang="en-US" dirty="0"/>
          </a:p>
        </p:txBody>
      </p:sp>
      <p:sp>
        <p:nvSpPr>
          <p:cNvPr id="10" name="CuadroTexto 9"/>
          <p:cNvSpPr txBox="1"/>
          <p:nvPr/>
        </p:nvSpPr>
        <p:spPr>
          <a:xfrm>
            <a:off x="2402375" y="1237663"/>
            <a:ext cx="1044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Nombres</a:t>
            </a:r>
            <a:endParaRPr lang="en-US" dirty="0"/>
          </a:p>
        </p:txBody>
      </p:sp>
      <p:sp>
        <p:nvSpPr>
          <p:cNvPr id="11" name="CuadroTexto 10"/>
          <p:cNvSpPr txBox="1"/>
          <p:nvPr/>
        </p:nvSpPr>
        <p:spPr>
          <a:xfrm>
            <a:off x="2396243" y="1707101"/>
            <a:ext cx="104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Apellidos</a:t>
            </a:r>
            <a:endParaRPr lang="en-US" dirty="0"/>
          </a:p>
        </p:txBody>
      </p:sp>
      <p:sp>
        <p:nvSpPr>
          <p:cNvPr id="12" name="CuadroTexto 11"/>
          <p:cNvSpPr txBox="1"/>
          <p:nvPr/>
        </p:nvSpPr>
        <p:spPr>
          <a:xfrm>
            <a:off x="2376685" y="2195467"/>
            <a:ext cx="794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F. </a:t>
            </a:r>
            <a:r>
              <a:rPr lang="es-ES" dirty="0" err="1"/>
              <a:t>Nac</a:t>
            </a:r>
            <a:r>
              <a:rPr lang="es-ES" dirty="0"/>
              <a:t>.</a:t>
            </a:r>
            <a:endParaRPr lang="en-US" dirty="0"/>
          </a:p>
        </p:txBody>
      </p:sp>
      <p:sp>
        <p:nvSpPr>
          <p:cNvPr id="13" name="CuadroTexto 12"/>
          <p:cNvSpPr txBox="1"/>
          <p:nvPr/>
        </p:nvSpPr>
        <p:spPr>
          <a:xfrm>
            <a:off x="2376684" y="2726025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Correo</a:t>
            </a:r>
            <a:endParaRPr lang="en-US" dirty="0"/>
          </a:p>
        </p:txBody>
      </p:sp>
      <p:sp>
        <p:nvSpPr>
          <p:cNvPr id="14" name="CuadroTexto 13"/>
          <p:cNvSpPr txBox="1"/>
          <p:nvPr/>
        </p:nvSpPr>
        <p:spPr>
          <a:xfrm>
            <a:off x="2396243" y="3228493"/>
            <a:ext cx="989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Teléfono</a:t>
            </a:r>
            <a:endParaRPr lang="en-US" dirty="0"/>
          </a:p>
        </p:txBody>
      </p:sp>
      <p:sp>
        <p:nvSpPr>
          <p:cNvPr id="15" name="Flecha derecha 14"/>
          <p:cNvSpPr/>
          <p:nvPr/>
        </p:nvSpPr>
        <p:spPr>
          <a:xfrm>
            <a:off x="3440312" y="3701002"/>
            <a:ext cx="506993" cy="4255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uadroTexto 15"/>
          <p:cNvSpPr txBox="1"/>
          <p:nvPr/>
        </p:nvSpPr>
        <p:spPr>
          <a:xfrm>
            <a:off x="2396243" y="3729092"/>
            <a:ext cx="605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Obs</a:t>
            </a:r>
            <a:r>
              <a:rPr lang="es-ES" dirty="0"/>
              <a:t>.</a:t>
            </a:r>
            <a:endParaRPr lang="en-US" dirty="0"/>
          </a:p>
        </p:txBody>
      </p:sp>
      <p:sp>
        <p:nvSpPr>
          <p:cNvPr id="17" name="Flecha derecha 16"/>
          <p:cNvSpPr/>
          <p:nvPr/>
        </p:nvSpPr>
        <p:spPr>
          <a:xfrm>
            <a:off x="7722605" y="1281588"/>
            <a:ext cx="506993" cy="4255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uadroTexto 17"/>
          <p:cNvSpPr txBox="1"/>
          <p:nvPr/>
        </p:nvSpPr>
        <p:spPr>
          <a:xfrm>
            <a:off x="8231656" y="1277060"/>
            <a:ext cx="1039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ClienteID</a:t>
            </a:r>
            <a:endParaRPr lang="en-US" dirty="0"/>
          </a:p>
        </p:txBody>
      </p:sp>
      <p:sp>
        <p:nvSpPr>
          <p:cNvPr id="19" name="Flecha derecha 18"/>
          <p:cNvSpPr/>
          <p:nvPr/>
        </p:nvSpPr>
        <p:spPr>
          <a:xfrm>
            <a:off x="7704738" y="1938374"/>
            <a:ext cx="506993" cy="4255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uadroTexto 19"/>
          <p:cNvSpPr txBox="1"/>
          <p:nvPr/>
        </p:nvSpPr>
        <p:spPr>
          <a:xfrm>
            <a:off x="8213789" y="1933846"/>
            <a:ext cx="23733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Estado</a:t>
            </a:r>
            <a:br>
              <a:rPr lang="es-ES" dirty="0"/>
            </a:br>
            <a:r>
              <a:rPr lang="es-ES" dirty="0"/>
              <a:t> +1: Proceso Ok.</a:t>
            </a:r>
            <a:br>
              <a:rPr lang="es-ES" dirty="0"/>
            </a:br>
            <a:r>
              <a:rPr lang="es-ES" dirty="0"/>
              <a:t>  -1: Error en el proceso</a:t>
            </a:r>
            <a:endParaRPr lang="en-US" dirty="0"/>
          </a:p>
        </p:txBody>
      </p:sp>
      <p:sp>
        <p:nvSpPr>
          <p:cNvPr id="21" name="Flecha derecha 20"/>
          <p:cNvSpPr/>
          <p:nvPr/>
        </p:nvSpPr>
        <p:spPr>
          <a:xfrm>
            <a:off x="7722605" y="2931873"/>
            <a:ext cx="506993" cy="4255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uadroTexto 21"/>
          <p:cNvSpPr txBox="1"/>
          <p:nvPr/>
        </p:nvSpPr>
        <p:spPr>
          <a:xfrm>
            <a:off x="8231656" y="2927345"/>
            <a:ext cx="989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Mensaje</a:t>
            </a:r>
          </a:p>
        </p:txBody>
      </p:sp>
      <p:sp>
        <p:nvSpPr>
          <p:cNvPr id="23" name="CuadroTexto 22"/>
          <p:cNvSpPr txBox="1"/>
          <p:nvPr/>
        </p:nvSpPr>
        <p:spPr>
          <a:xfrm>
            <a:off x="4218915" y="4218914"/>
            <a:ext cx="337694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Restricciones:</a:t>
            </a:r>
          </a:p>
          <a:p>
            <a:r>
              <a:rPr lang="es-ES" dirty="0"/>
              <a:t>1. Si los pacientes son menores de edad, los padres y el menor deben pasar una entrevista psicológica.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12381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187</Words>
  <Application>Microsoft Office PowerPoint</Application>
  <PresentationFormat>Panorámica</PresentationFormat>
  <Paragraphs>83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Gustavo Coronel</dc:creator>
  <cp:lastModifiedBy>MS4-PC33</cp:lastModifiedBy>
  <cp:revision>17</cp:revision>
  <dcterms:created xsi:type="dcterms:W3CDTF">2021-05-20T20:59:17Z</dcterms:created>
  <dcterms:modified xsi:type="dcterms:W3CDTF">2026-04-24T21:46:30Z</dcterms:modified>
</cp:coreProperties>
</file>